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7" r:id="rId2"/>
    <p:sldId id="269" r:id="rId3"/>
    <p:sldId id="270" r:id="rId4"/>
    <p:sldId id="271"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748B"/>
    <a:srgbClr val="DCEFF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59"/>
    <p:restoredTop sz="82016"/>
  </p:normalViewPr>
  <p:slideViewPr>
    <p:cSldViewPr snapToGrid="0" snapToObjects="1">
      <p:cViewPr>
        <p:scale>
          <a:sx n="118" d="100"/>
          <a:sy n="118" d="100"/>
        </p:scale>
        <p:origin x="2552" y="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a Zabrzanska" userId="9a06f8e3-4011-4cb3-a8f7-b458b78b803b" providerId="ADAL" clId="{D06A09B4-9411-5030-9093-CA701499EE99}"/>
    <pc:docChg chg="custSel addSld delSld modSld">
      <pc:chgData name="Emilia Zabrzanska" userId="9a06f8e3-4011-4cb3-a8f7-b458b78b803b" providerId="ADAL" clId="{D06A09B4-9411-5030-9093-CA701499EE99}" dt="2026-10-23T14:47:05.638" v="3290" actId="20577"/>
      <pc:docMkLst>
        <pc:docMk/>
      </pc:docMkLst>
      <pc:sldChg chg="del">
        <pc:chgData name="Emilia Zabrzanska" userId="9a06f8e3-4011-4cb3-a8f7-b458b78b803b" providerId="ADAL" clId="{D06A09B4-9411-5030-9093-CA701499EE99}" dt="2026-10-23T14:08:33.399" v="1" actId="2696"/>
        <pc:sldMkLst>
          <pc:docMk/>
          <pc:sldMk cId="0" sldId="256"/>
        </pc:sldMkLst>
      </pc:sldChg>
      <pc:sldChg chg="addSp delSp modSp mod modNotesTx">
        <pc:chgData name="Emilia Zabrzanska" userId="9a06f8e3-4011-4cb3-a8f7-b458b78b803b" providerId="ADAL" clId="{D06A09B4-9411-5030-9093-CA701499EE99}" dt="2026-10-23T14:38:12.568" v="3155" actId="1076"/>
        <pc:sldMkLst>
          <pc:docMk/>
          <pc:sldMk cId="0" sldId="257"/>
        </pc:sldMkLst>
        <pc:spChg chg="mod">
          <ac:chgData name="Emilia Zabrzanska" userId="9a06f8e3-4011-4cb3-a8f7-b458b78b803b" providerId="ADAL" clId="{D06A09B4-9411-5030-9093-CA701499EE99}" dt="2026-10-23T14:38:12.568" v="3155" actId="1076"/>
          <ac:spMkLst>
            <pc:docMk/>
            <pc:sldMk cId="0" sldId="257"/>
            <ac:spMk id="2" creationId="{00000000-0000-0000-0000-000000000000}"/>
          </ac:spMkLst>
        </pc:spChg>
        <pc:spChg chg="mod">
          <ac:chgData name="Emilia Zabrzanska" userId="9a06f8e3-4011-4cb3-a8f7-b458b78b803b" providerId="ADAL" clId="{D06A09B4-9411-5030-9093-CA701499EE99}" dt="2026-10-23T14:37:51.532" v="3149" actId="14100"/>
          <ac:spMkLst>
            <pc:docMk/>
            <pc:sldMk cId="0" sldId="257"/>
            <ac:spMk id="3" creationId="{00000000-0000-0000-0000-000000000000}"/>
          </ac:spMkLst>
        </pc:spChg>
        <pc:spChg chg="mod">
          <ac:chgData name="Emilia Zabrzanska" userId="9a06f8e3-4011-4cb3-a8f7-b458b78b803b" providerId="ADAL" clId="{D06A09B4-9411-5030-9093-CA701499EE99}" dt="2026-10-23T14:37:51.532" v="3149" actId="14100"/>
          <ac:spMkLst>
            <pc:docMk/>
            <pc:sldMk cId="0" sldId="257"/>
            <ac:spMk id="4" creationId="{00000000-0000-0000-0000-000000000000}"/>
          </ac:spMkLst>
        </pc:spChg>
        <pc:spChg chg="del mod">
          <ac:chgData name="Emilia Zabrzanska" userId="9a06f8e3-4011-4cb3-a8f7-b458b78b803b" providerId="ADAL" clId="{D06A09B4-9411-5030-9093-CA701499EE99}" dt="2026-10-23T14:09:43.140" v="11" actId="478"/>
          <ac:spMkLst>
            <pc:docMk/>
            <pc:sldMk cId="0" sldId="257"/>
            <ac:spMk id="5" creationId="{00000000-0000-0000-0000-000000000000}"/>
          </ac:spMkLst>
        </pc:spChg>
        <pc:spChg chg="mod">
          <ac:chgData name="Emilia Zabrzanska" userId="9a06f8e3-4011-4cb3-a8f7-b458b78b803b" providerId="ADAL" clId="{D06A09B4-9411-5030-9093-CA701499EE99}" dt="2026-10-23T14:10:55.301" v="36" actId="20577"/>
          <ac:spMkLst>
            <pc:docMk/>
            <pc:sldMk cId="0" sldId="257"/>
            <ac:spMk id="6" creationId="{00000000-0000-0000-0000-000000000000}"/>
          </ac:spMkLst>
        </pc:spChg>
        <pc:spChg chg="mod">
          <ac:chgData name="Emilia Zabrzanska" userId="9a06f8e3-4011-4cb3-a8f7-b458b78b803b" providerId="ADAL" clId="{D06A09B4-9411-5030-9093-CA701499EE99}" dt="2026-10-23T14:36:50.101" v="3139" actId="1076"/>
          <ac:spMkLst>
            <pc:docMk/>
            <pc:sldMk cId="0" sldId="257"/>
            <ac:spMk id="7"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8"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9"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10"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11"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12" creationId="{00000000-0000-0000-0000-000000000000}"/>
          </ac:spMkLst>
        </pc:spChg>
        <pc:spChg chg="del">
          <ac:chgData name="Emilia Zabrzanska" userId="9a06f8e3-4011-4cb3-a8f7-b458b78b803b" providerId="ADAL" clId="{D06A09B4-9411-5030-9093-CA701499EE99}" dt="2026-10-23T14:09:03.411" v="6" actId="478"/>
          <ac:spMkLst>
            <pc:docMk/>
            <pc:sldMk cId="0" sldId="257"/>
            <ac:spMk id="13" creationId="{00000000-0000-0000-0000-000000000000}"/>
          </ac:spMkLst>
        </pc:spChg>
        <pc:spChg chg="del">
          <ac:chgData name="Emilia Zabrzanska" userId="9a06f8e3-4011-4cb3-a8f7-b458b78b803b" providerId="ADAL" clId="{D06A09B4-9411-5030-9093-CA701499EE99}" dt="2026-10-23T14:09:03.411" v="6" actId="478"/>
          <ac:spMkLst>
            <pc:docMk/>
            <pc:sldMk cId="0" sldId="257"/>
            <ac:spMk id="14"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15"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16" creationId="{00000000-0000-0000-0000-000000000000}"/>
          </ac:spMkLst>
        </pc:spChg>
        <pc:spChg chg="del">
          <ac:chgData name="Emilia Zabrzanska" userId="9a06f8e3-4011-4cb3-a8f7-b458b78b803b" providerId="ADAL" clId="{D06A09B4-9411-5030-9093-CA701499EE99}" dt="2026-10-23T14:08:59.606" v="5" actId="478"/>
          <ac:spMkLst>
            <pc:docMk/>
            <pc:sldMk cId="0" sldId="257"/>
            <ac:spMk id="17" creationId="{00000000-0000-0000-0000-000000000000}"/>
          </ac:spMkLst>
        </pc:spChg>
        <pc:spChg chg="mod">
          <ac:chgData name="Emilia Zabrzanska" userId="9a06f8e3-4011-4cb3-a8f7-b458b78b803b" providerId="ADAL" clId="{D06A09B4-9411-5030-9093-CA701499EE99}" dt="2026-10-23T14:37:51.532" v="3149" actId="14100"/>
          <ac:spMkLst>
            <pc:docMk/>
            <pc:sldMk cId="0" sldId="257"/>
            <ac:spMk id="18" creationId="{00000000-0000-0000-0000-000000000000}"/>
          </ac:spMkLst>
        </pc:spChg>
        <pc:spChg chg="mod">
          <ac:chgData name="Emilia Zabrzanska" userId="9a06f8e3-4011-4cb3-a8f7-b458b78b803b" providerId="ADAL" clId="{D06A09B4-9411-5030-9093-CA701499EE99}" dt="2026-10-23T14:37:51.532" v="3149" actId="14100"/>
          <ac:spMkLst>
            <pc:docMk/>
            <pc:sldMk cId="0" sldId="257"/>
            <ac:spMk id="19" creationId="{00000000-0000-0000-0000-000000000000}"/>
          </ac:spMkLst>
        </pc:spChg>
        <pc:spChg chg="del mod">
          <ac:chgData name="Emilia Zabrzanska" userId="9a06f8e3-4011-4cb3-a8f7-b458b78b803b" providerId="ADAL" clId="{D06A09B4-9411-5030-9093-CA701499EE99}" dt="2026-10-23T14:09:47.248" v="13" actId="478"/>
          <ac:spMkLst>
            <pc:docMk/>
            <pc:sldMk cId="0" sldId="257"/>
            <ac:spMk id="20" creationId="{00000000-0000-0000-0000-000000000000}"/>
          </ac:spMkLst>
        </pc:spChg>
        <pc:spChg chg="mod">
          <ac:chgData name="Emilia Zabrzanska" userId="9a06f8e3-4011-4cb3-a8f7-b458b78b803b" providerId="ADAL" clId="{D06A09B4-9411-5030-9093-CA701499EE99}" dt="2026-10-23T14:37:41.084" v="3148" actId="1076"/>
          <ac:spMkLst>
            <pc:docMk/>
            <pc:sldMk cId="0" sldId="257"/>
            <ac:spMk id="21" creationId="{00000000-0000-0000-0000-000000000000}"/>
          </ac:spMkLst>
        </pc:spChg>
        <pc:spChg chg="mod">
          <ac:chgData name="Emilia Zabrzanska" userId="9a06f8e3-4011-4cb3-a8f7-b458b78b803b" providerId="ADAL" clId="{D06A09B4-9411-5030-9093-CA701499EE99}" dt="2026-10-23T14:37:41.084" v="3148" actId="1076"/>
          <ac:spMkLst>
            <pc:docMk/>
            <pc:sldMk cId="0" sldId="257"/>
            <ac:spMk id="22" creationId="{00000000-0000-0000-0000-000000000000}"/>
          </ac:spMkLst>
        </pc:spChg>
        <pc:picChg chg="add mod">
          <ac:chgData name="Emilia Zabrzanska" userId="9a06f8e3-4011-4cb3-a8f7-b458b78b803b" providerId="ADAL" clId="{D06A09B4-9411-5030-9093-CA701499EE99}" dt="2026-10-23T14:38:03.234" v="3152" actId="1076"/>
          <ac:picMkLst>
            <pc:docMk/>
            <pc:sldMk cId="0" sldId="257"/>
            <ac:picMk id="24" creationId="{6B69E163-D859-B3EE-7400-B4242DE0BEB7}"/>
          </ac:picMkLst>
        </pc:picChg>
      </pc:sldChg>
      <pc:sldChg chg="del">
        <pc:chgData name="Emilia Zabrzanska" userId="9a06f8e3-4011-4cb3-a8f7-b458b78b803b" providerId="ADAL" clId="{D06A09B4-9411-5030-9093-CA701499EE99}" dt="2026-10-23T14:07:24.875" v="0" actId="2696"/>
        <pc:sldMkLst>
          <pc:docMk/>
          <pc:sldMk cId="0" sldId="258"/>
        </pc:sldMkLst>
      </pc:sldChg>
      <pc:sldChg chg="del">
        <pc:chgData name="Emilia Zabrzanska" userId="9a06f8e3-4011-4cb3-a8f7-b458b78b803b" providerId="ADAL" clId="{D06A09B4-9411-5030-9093-CA701499EE99}" dt="2026-10-23T14:17:02.417" v="713" actId="2696"/>
        <pc:sldMkLst>
          <pc:docMk/>
          <pc:sldMk cId="0" sldId="259"/>
        </pc:sldMkLst>
      </pc:sldChg>
      <pc:sldChg chg="del">
        <pc:chgData name="Emilia Zabrzanska" userId="9a06f8e3-4011-4cb3-a8f7-b458b78b803b" providerId="ADAL" clId="{D06A09B4-9411-5030-9093-CA701499EE99}" dt="2026-10-23T14:17:02.417" v="713" actId="2696"/>
        <pc:sldMkLst>
          <pc:docMk/>
          <pc:sldMk cId="0" sldId="260"/>
        </pc:sldMkLst>
      </pc:sldChg>
      <pc:sldChg chg="del">
        <pc:chgData name="Emilia Zabrzanska" userId="9a06f8e3-4011-4cb3-a8f7-b458b78b803b" providerId="ADAL" clId="{D06A09B4-9411-5030-9093-CA701499EE99}" dt="2026-10-23T14:17:02.417" v="713" actId="2696"/>
        <pc:sldMkLst>
          <pc:docMk/>
          <pc:sldMk cId="0" sldId="261"/>
        </pc:sldMkLst>
      </pc:sldChg>
      <pc:sldChg chg="del">
        <pc:chgData name="Emilia Zabrzanska" userId="9a06f8e3-4011-4cb3-a8f7-b458b78b803b" providerId="ADAL" clId="{D06A09B4-9411-5030-9093-CA701499EE99}" dt="2026-10-23T14:07:24.875" v="0" actId="2696"/>
        <pc:sldMkLst>
          <pc:docMk/>
          <pc:sldMk cId="0" sldId="262"/>
        </pc:sldMkLst>
      </pc:sldChg>
      <pc:sldChg chg="del">
        <pc:chgData name="Emilia Zabrzanska" userId="9a06f8e3-4011-4cb3-a8f7-b458b78b803b" providerId="ADAL" clId="{D06A09B4-9411-5030-9093-CA701499EE99}" dt="2026-10-23T14:07:24.875" v="0" actId="2696"/>
        <pc:sldMkLst>
          <pc:docMk/>
          <pc:sldMk cId="0" sldId="263"/>
        </pc:sldMkLst>
      </pc:sldChg>
      <pc:sldChg chg="del">
        <pc:chgData name="Emilia Zabrzanska" userId="9a06f8e3-4011-4cb3-a8f7-b458b78b803b" providerId="ADAL" clId="{D06A09B4-9411-5030-9093-CA701499EE99}" dt="2026-10-23T14:17:02.417" v="713" actId="2696"/>
        <pc:sldMkLst>
          <pc:docMk/>
          <pc:sldMk cId="0" sldId="264"/>
        </pc:sldMkLst>
      </pc:sldChg>
      <pc:sldChg chg="del">
        <pc:chgData name="Emilia Zabrzanska" userId="9a06f8e3-4011-4cb3-a8f7-b458b78b803b" providerId="ADAL" clId="{D06A09B4-9411-5030-9093-CA701499EE99}" dt="2026-10-23T14:07:24.875" v="0" actId="2696"/>
        <pc:sldMkLst>
          <pc:docMk/>
          <pc:sldMk cId="0" sldId="265"/>
        </pc:sldMkLst>
      </pc:sldChg>
      <pc:sldChg chg="del">
        <pc:chgData name="Emilia Zabrzanska" userId="9a06f8e3-4011-4cb3-a8f7-b458b78b803b" providerId="ADAL" clId="{D06A09B4-9411-5030-9093-CA701499EE99}" dt="2026-10-23T14:07:24.875" v="0" actId="2696"/>
        <pc:sldMkLst>
          <pc:docMk/>
          <pc:sldMk cId="0" sldId="266"/>
        </pc:sldMkLst>
      </pc:sldChg>
      <pc:sldChg chg="del">
        <pc:chgData name="Emilia Zabrzanska" userId="9a06f8e3-4011-4cb3-a8f7-b458b78b803b" providerId="ADAL" clId="{D06A09B4-9411-5030-9093-CA701499EE99}" dt="2026-10-23T14:17:02.417" v="713" actId="2696"/>
        <pc:sldMkLst>
          <pc:docMk/>
          <pc:sldMk cId="0" sldId="267"/>
        </pc:sldMkLst>
      </pc:sldChg>
      <pc:sldChg chg="del">
        <pc:chgData name="Emilia Zabrzanska" userId="9a06f8e3-4011-4cb3-a8f7-b458b78b803b" providerId="ADAL" clId="{D06A09B4-9411-5030-9093-CA701499EE99}" dt="2026-10-23T14:07:24.875" v="0" actId="2696"/>
        <pc:sldMkLst>
          <pc:docMk/>
          <pc:sldMk cId="0" sldId="268"/>
        </pc:sldMkLst>
      </pc:sldChg>
      <pc:sldChg chg="addSp delSp modSp mod">
        <pc:chgData name="Emilia Zabrzanska" userId="9a06f8e3-4011-4cb3-a8f7-b458b78b803b" providerId="ADAL" clId="{D06A09B4-9411-5030-9093-CA701499EE99}" dt="2026-10-23T14:47:05.638" v="3290" actId="20577"/>
        <pc:sldMkLst>
          <pc:docMk/>
          <pc:sldMk cId="0" sldId="269"/>
        </pc:sldMkLst>
        <pc:spChg chg="del">
          <ac:chgData name="Emilia Zabrzanska" userId="9a06f8e3-4011-4cb3-a8f7-b458b78b803b" providerId="ADAL" clId="{D06A09B4-9411-5030-9093-CA701499EE99}" dt="2026-10-23T14:17:10.798" v="715" actId="478"/>
          <ac:spMkLst>
            <pc:docMk/>
            <pc:sldMk cId="0" sldId="269"/>
            <ac:spMk id="2" creationId="{00000000-0000-0000-0000-000000000000}"/>
          </ac:spMkLst>
        </pc:spChg>
        <pc:spChg chg="mod">
          <ac:chgData name="Emilia Zabrzanska" userId="9a06f8e3-4011-4cb3-a8f7-b458b78b803b" providerId="ADAL" clId="{D06A09B4-9411-5030-9093-CA701499EE99}" dt="2026-10-23T14:40:29.873" v="3184" actId="403"/>
          <ac:spMkLst>
            <pc:docMk/>
            <pc:sldMk cId="0" sldId="269"/>
            <ac:spMk id="3" creationId="{00000000-0000-0000-0000-000000000000}"/>
          </ac:spMkLst>
        </pc:spChg>
        <pc:spChg chg="mod">
          <ac:chgData name="Emilia Zabrzanska" userId="9a06f8e3-4011-4cb3-a8f7-b458b78b803b" providerId="ADAL" clId="{D06A09B4-9411-5030-9093-CA701499EE99}" dt="2026-10-23T14:47:05.638" v="3290" actId="20577"/>
          <ac:spMkLst>
            <pc:docMk/>
            <pc:sldMk cId="0" sldId="269"/>
            <ac:spMk id="4" creationId="{00000000-0000-0000-0000-000000000000}"/>
          </ac:spMkLst>
        </pc:spChg>
        <pc:graphicFrameChg chg="add mod modGraphic">
          <ac:chgData name="Emilia Zabrzanska" userId="9a06f8e3-4011-4cb3-a8f7-b458b78b803b" providerId="ADAL" clId="{D06A09B4-9411-5030-9093-CA701499EE99}" dt="2026-10-23T14:40:17.606" v="3181" actId="20577"/>
          <ac:graphicFrameMkLst>
            <pc:docMk/>
            <pc:sldMk cId="0" sldId="269"/>
            <ac:graphicFrameMk id="8" creationId="{38467069-8248-62A5-10C3-EEBB9D5ADBA6}"/>
          </ac:graphicFrameMkLst>
        </pc:graphicFrameChg>
        <pc:picChg chg="add mod">
          <ac:chgData name="Emilia Zabrzanska" userId="9a06f8e3-4011-4cb3-a8f7-b458b78b803b" providerId="ADAL" clId="{D06A09B4-9411-5030-9093-CA701499EE99}" dt="2026-10-23T14:39:37.356" v="3172" actId="1076"/>
          <ac:picMkLst>
            <pc:docMk/>
            <pc:sldMk cId="0" sldId="269"/>
            <ac:picMk id="6" creationId="{D5A6AF0E-BDB7-DA23-E2F9-2A4682DAF557}"/>
          </ac:picMkLst>
        </pc:picChg>
        <pc:picChg chg="del">
          <ac:chgData name="Emilia Zabrzanska" userId="9a06f8e3-4011-4cb3-a8f7-b458b78b803b" providerId="ADAL" clId="{D06A09B4-9411-5030-9093-CA701499EE99}" dt="2026-10-23T14:17:32.516" v="737" actId="478"/>
          <ac:picMkLst>
            <pc:docMk/>
            <pc:sldMk cId="0" sldId="269"/>
            <ac:picMk id="7" creationId="{1A54A545-8FE1-DAA3-E4EE-2E2FF7D9A6E4}"/>
          </ac:picMkLst>
        </pc:picChg>
      </pc:sldChg>
      <pc:sldChg chg="add del">
        <pc:chgData name="Emilia Zabrzanska" userId="9a06f8e3-4011-4cb3-a8f7-b458b78b803b" providerId="ADAL" clId="{D06A09B4-9411-5030-9093-CA701499EE99}" dt="2026-10-23T14:25:25.575" v="1802" actId="2696"/>
        <pc:sldMkLst>
          <pc:docMk/>
          <pc:sldMk cId="1770015314" sldId="270"/>
        </pc:sldMkLst>
      </pc:sldChg>
      <pc:sldChg chg="addSp delSp modSp add mod">
        <pc:chgData name="Emilia Zabrzanska" userId="9a06f8e3-4011-4cb3-a8f7-b458b78b803b" providerId="ADAL" clId="{D06A09B4-9411-5030-9093-CA701499EE99}" dt="2026-10-23T14:44:01.771" v="3228" actId="1076"/>
        <pc:sldMkLst>
          <pc:docMk/>
          <pc:sldMk cId="3125125375" sldId="270"/>
        </pc:sldMkLst>
        <pc:spChg chg="mod">
          <ac:chgData name="Emilia Zabrzanska" userId="9a06f8e3-4011-4cb3-a8f7-b458b78b803b" providerId="ADAL" clId="{D06A09B4-9411-5030-9093-CA701499EE99}" dt="2026-10-23T14:43:34.585" v="3223" actId="403"/>
          <ac:spMkLst>
            <pc:docMk/>
            <pc:sldMk cId="3125125375" sldId="270"/>
            <ac:spMk id="3" creationId="{665417F5-87ED-7375-AB58-1627275FB5FA}"/>
          </ac:spMkLst>
        </pc:spChg>
        <pc:spChg chg="mod">
          <ac:chgData name="Emilia Zabrzanska" userId="9a06f8e3-4011-4cb3-a8f7-b458b78b803b" providerId="ADAL" clId="{D06A09B4-9411-5030-9093-CA701499EE99}" dt="2026-10-23T14:43:53.707" v="3226" actId="403"/>
          <ac:spMkLst>
            <pc:docMk/>
            <pc:sldMk cId="3125125375" sldId="270"/>
            <ac:spMk id="4" creationId="{062F8ACA-C69E-7A59-56F4-82F7476CE34D}"/>
          </ac:spMkLst>
        </pc:spChg>
        <pc:spChg chg="add mod">
          <ac:chgData name="Emilia Zabrzanska" userId="9a06f8e3-4011-4cb3-a8f7-b458b78b803b" providerId="ADAL" clId="{D06A09B4-9411-5030-9093-CA701499EE99}" dt="2026-10-23T14:44:01.771" v="3228" actId="1076"/>
          <ac:spMkLst>
            <pc:docMk/>
            <pc:sldMk cId="3125125375" sldId="270"/>
            <ac:spMk id="9" creationId="{2243E4DD-20A0-5CEF-C265-5DF1908CF351}"/>
          </ac:spMkLst>
        </pc:spChg>
        <pc:spChg chg="add mod">
          <ac:chgData name="Emilia Zabrzanska" userId="9a06f8e3-4011-4cb3-a8f7-b458b78b803b" providerId="ADAL" clId="{D06A09B4-9411-5030-9093-CA701499EE99}" dt="2026-10-23T14:30:30.157" v="2488"/>
          <ac:spMkLst>
            <pc:docMk/>
            <pc:sldMk cId="3125125375" sldId="270"/>
            <ac:spMk id="10" creationId="{CB3582D9-4086-14DF-D032-B79D79BDA703}"/>
          </ac:spMkLst>
        </pc:spChg>
        <pc:graphicFrameChg chg="add mod modGraphic">
          <ac:chgData name="Emilia Zabrzanska" userId="9a06f8e3-4011-4cb3-a8f7-b458b78b803b" providerId="ADAL" clId="{D06A09B4-9411-5030-9093-CA701499EE99}" dt="2026-10-23T14:42:12.070" v="3212" actId="14100"/>
          <ac:graphicFrameMkLst>
            <pc:docMk/>
            <pc:sldMk cId="3125125375" sldId="270"/>
            <ac:graphicFrameMk id="7" creationId="{599BEE48-F550-00DE-21BE-32F664CE9F53}"/>
          </ac:graphicFrameMkLst>
        </pc:graphicFrameChg>
        <pc:graphicFrameChg chg="del">
          <ac:chgData name="Emilia Zabrzanska" userId="9a06f8e3-4011-4cb3-a8f7-b458b78b803b" providerId="ADAL" clId="{D06A09B4-9411-5030-9093-CA701499EE99}" dt="2026-10-23T14:28:31.277" v="2143" actId="478"/>
          <ac:graphicFrameMkLst>
            <pc:docMk/>
            <pc:sldMk cId="3125125375" sldId="270"/>
            <ac:graphicFrameMk id="8" creationId="{E1FA2789-F725-DE29-70FD-3470E126CA79}"/>
          </ac:graphicFrameMkLst>
        </pc:graphicFrameChg>
        <pc:graphicFrameChg chg="add mod modGraphic">
          <ac:chgData name="Emilia Zabrzanska" userId="9a06f8e3-4011-4cb3-a8f7-b458b78b803b" providerId="ADAL" clId="{D06A09B4-9411-5030-9093-CA701499EE99}" dt="2026-10-23T14:43:23.939" v="3219" actId="1076"/>
          <ac:graphicFrameMkLst>
            <pc:docMk/>
            <pc:sldMk cId="3125125375" sldId="270"/>
            <ac:graphicFrameMk id="11" creationId="{8CC12E2B-3918-8684-C52E-E19C2FEFF709}"/>
          </ac:graphicFrameMkLst>
        </pc:graphicFrameChg>
        <pc:picChg chg="add mod">
          <ac:chgData name="Emilia Zabrzanska" userId="9a06f8e3-4011-4cb3-a8f7-b458b78b803b" providerId="ADAL" clId="{D06A09B4-9411-5030-9093-CA701499EE99}" dt="2026-10-23T14:42:07.022" v="3210" actId="14100"/>
          <ac:picMkLst>
            <pc:docMk/>
            <pc:sldMk cId="3125125375" sldId="270"/>
            <ac:picMk id="5" creationId="{26C0BB02-734C-2B4E-01BC-E42EBA5C9DE7}"/>
          </ac:picMkLst>
        </pc:picChg>
        <pc:picChg chg="del mod">
          <ac:chgData name="Emilia Zabrzanska" userId="9a06f8e3-4011-4cb3-a8f7-b458b78b803b" providerId="ADAL" clId="{D06A09B4-9411-5030-9093-CA701499EE99}" dt="2026-10-23T14:26:15.637" v="1818" actId="478"/>
          <ac:picMkLst>
            <pc:docMk/>
            <pc:sldMk cId="3125125375" sldId="270"/>
            <ac:picMk id="6" creationId="{C8C6DBC9-368C-3411-6765-1C4F003AA43C}"/>
          </ac:picMkLst>
        </pc:picChg>
      </pc:sldChg>
      <pc:sldChg chg="del">
        <pc:chgData name="Emilia Zabrzanska" userId="9a06f8e3-4011-4cb3-a8f7-b458b78b803b" providerId="ADAL" clId="{D06A09B4-9411-5030-9093-CA701499EE99}" dt="2026-10-23T14:07:24.875" v="0" actId="2696"/>
        <pc:sldMkLst>
          <pc:docMk/>
          <pc:sldMk cId="0" sldId="271"/>
        </pc:sldMkLst>
      </pc:sldChg>
      <pc:sldChg chg="add del">
        <pc:chgData name="Emilia Zabrzanska" userId="9a06f8e3-4011-4cb3-a8f7-b458b78b803b" providerId="ADAL" clId="{D06A09B4-9411-5030-9093-CA701499EE99}" dt="2026-10-23T14:25:23.323" v="1801" actId="2696"/>
        <pc:sldMkLst>
          <pc:docMk/>
          <pc:sldMk cId="2800780569" sldId="271"/>
        </pc:sldMkLst>
      </pc:sldChg>
      <pc:sldChg chg="addSp delSp modSp add mod">
        <pc:chgData name="Emilia Zabrzanska" userId="9a06f8e3-4011-4cb3-a8f7-b458b78b803b" providerId="ADAL" clId="{D06A09B4-9411-5030-9093-CA701499EE99}" dt="2026-10-23T14:44:31.946" v="3235" actId="403"/>
        <pc:sldMkLst>
          <pc:docMk/>
          <pc:sldMk cId="3081024157" sldId="271"/>
        </pc:sldMkLst>
        <pc:spChg chg="mod">
          <ac:chgData name="Emilia Zabrzanska" userId="9a06f8e3-4011-4cb3-a8f7-b458b78b803b" providerId="ADAL" clId="{D06A09B4-9411-5030-9093-CA701499EE99}" dt="2026-10-23T14:44:11.188" v="3230" actId="403"/>
          <ac:spMkLst>
            <pc:docMk/>
            <pc:sldMk cId="3081024157" sldId="271"/>
            <ac:spMk id="3" creationId="{409F39A1-4506-6D12-70E2-CAFB20DC6D5C}"/>
          </ac:spMkLst>
        </pc:spChg>
        <pc:spChg chg="mod">
          <ac:chgData name="Emilia Zabrzanska" userId="9a06f8e3-4011-4cb3-a8f7-b458b78b803b" providerId="ADAL" clId="{D06A09B4-9411-5030-9093-CA701499EE99}" dt="2026-10-23T14:44:31.946" v="3235" actId="403"/>
          <ac:spMkLst>
            <pc:docMk/>
            <pc:sldMk cId="3081024157" sldId="271"/>
            <ac:spMk id="4" creationId="{79633D45-3C7C-E2A1-66F8-92352783563B}"/>
          </ac:spMkLst>
        </pc:spChg>
        <pc:graphicFrameChg chg="del">
          <ac:chgData name="Emilia Zabrzanska" userId="9a06f8e3-4011-4cb3-a8f7-b458b78b803b" providerId="ADAL" clId="{D06A09B4-9411-5030-9093-CA701499EE99}" dt="2026-10-23T14:33:51.239" v="2643" actId="478"/>
          <ac:graphicFrameMkLst>
            <pc:docMk/>
            <pc:sldMk cId="3081024157" sldId="271"/>
            <ac:graphicFrameMk id="8" creationId="{25DEB484-4891-E391-35BC-D5F263FD8F8C}"/>
          </ac:graphicFrameMkLst>
        </pc:graphicFrameChg>
        <pc:picChg chg="add mod">
          <ac:chgData name="Emilia Zabrzanska" userId="9a06f8e3-4011-4cb3-a8f7-b458b78b803b" providerId="ADAL" clId="{D06A09B4-9411-5030-9093-CA701499EE99}" dt="2026-10-23T14:44:27.054" v="3234" actId="1076"/>
          <ac:picMkLst>
            <pc:docMk/>
            <pc:sldMk cId="3081024157" sldId="271"/>
            <ac:picMk id="5" creationId="{5758B16F-3355-3A03-FCDF-0050B6009D14}"/>
          </ac:picMkLst>
        </pc:picChg>
        <pc:picChg chg="del mod">
          <ac:chgData name="Emilia Zabrzanska" userId="9a06f8e3-4011-4cb3-a8f7-b458b78b803b" providerId="ADAL" clId="{D06A09B4-9411-5030-9093-CA701499EE99}" dt="2026-10-23T14:33:35.754" v="2639" actId="478"/>
          <ac:picMkLst>
            <pc:docMk/>
            <pc:sldMk cId="3081024157" sldId="271"/>
            <ac:picMk id="6" creationId="{BFA7C2F9-31DF-A220-929C-A4F7C08A2EA3}"/>
          </ac:picMkLst>
        </pc:picChg>
      </pc:sldChg>
      <pc:sldChg chg="del">
        <pc:chgData name="Emilia Zabrzanska" userId="9a06f8e3-4011-4cb3-a8f7-b458b78b803b" providerId="ADAL" clId="{D06A09B4-9411-5030-9093-CA701499EE99}" dt="2026-10-23T14:07:24.875" v="0" actId="2696"/>
        <pc:sldMkLst>
          <pc:docMk/>
          <pc:sldMk cId="0" sldId="273"/>
        </pc:sldMkLst>
      </pc:sldChg>
      <pc:sldChg chg="del">
        <pc:chgData name="Emilia Zabrzanska" userId="9a06f8e3-4011-4cb3-a8f7-b458b78b803b" providerId="ADAL" clId="{D06A09B4-9411-5030-9093-CA701499EE99}" dt="2026-10-23T14:07:24.875" v="0" actId="2696"/>
        <pc:sldMkLst>
          <pc:docMk/>
          <pc:sldMk cId="0" sldId="274"/>
        </pc:sldMkLst>
      </pc:sldChg>
      <pc:sldChg chg="del">
        <pc:chgData name="Emilia Zabrzanska" userId="9a06f8e3-4011-4cb3-a8f7-b458b78b803b" providerId="ADAL" clId="{D06A09B4-9411-5030-9093-CA701499EE99}" dt="2026-10-23T14:07:24.875" v="0" actId="2696"/>
        <pc:sldMkLst>
          <pc:docMk/>
          <pc:sldMk cId="0" sldId="277"/>
        </pc:sldMkLst>
      </pc:sldChg>
      <pc:sldChg chg="del">
        <pc:chgData name="Emilia Zabrzanska" userId="9a06f8e3-4011-4cb3-a8f7-b458b78b803b" providerId="ADAL" clId="{D06A09B4-9411-5030-9093-CA701499EE99}" dt="2026-10-23T14:07:24.875" v="0" actId="2696"/>
        <pc:sldMkLst>
          <pc:docMk/>
          <pc:sldMk cId="0" sldId="278"/>
        </pc:sldMkLst>
      </pc:sldChg>
      <pc:sldChg chg="del">
        <pc:chgData name="Emilia Zabrzanska" userId="9a06f8e3-4011-4cb3-a8f7-b458b78b803b" providerId="ADAL" clId="{D06A09B4-9411-5030-9093-CA701499EE99}" dt="2026-10-23T14:07:24.875" v="0" actId="2696"/>
        <pc:sldMkLst>
          <pc:docMk/>
          <pc:sldMk cId="0" sldId="279"/>
        </pc:sldMkLst>
      </pc:sldChg>
      <pc:sldChg chg="del">
        <pc:chgData name="Emilia Zabrzanska" userId="9a06f8e3-4011-4cb3-a8f7-b458b78b803b" providerId="ADAL" clId="{D06A09B4-9411-5030-9093-CA701499EE99}" dt="2026-10-23T14:07:24.875" v="0" actId="2696"/>
        <pc:sldMkLst>
          <pc:docMk/>
          <pc:sldMk cId="0" sldId="281"/>
        </pc:sldMkLst>
      </pc:sldChg>
      <pc:sldChg chg="del">
        <pc:chgData name="Emilia Zabrzanska" userId="9a06f8e3-4011-4cb3-a8f7-b458b78b803b" providerId="ADAL" clId="{D06A09B4-9411-5030-9093-CA701499EE99}" dt="2026-10-23T14:07:24.875" v="0" actId="2696"/>
        <pc:sldMkLst>
          <pc:docMk/>
          <pc:sldMk cId="0" sldId="285"/>
        </pc:sldMkLst>
      </pc:sldChg>
      <pc:sldChg chg="del">
        <pc:chgData name="Emilia Zabrzanska" userId="9a06f8e3-4011-4cb3-a8f7-b458b78b803b" providerId="ADAL" clId="{D06A09B4-9411-5030-9093-CA701499EE99}" dt="2026-10-23T14:07:24.875" v="0" actId="2696"/>
        <pc:sldMkLst>
          <pc:docMk/>
          <pc:sldMk cId="0" sldId="287"/>
        </pc:sldMkLst>
      </pc:sldChg>
      <pc:sldChg chg="del">
        <pc:chgData name="Emilia Zabrzanska" userId="9a06f8e3-4011-4cb3-a8f7-b458b78b803b" providerId="ADAL" clId="{D06A09B4-9411-5030-9093-CA701499EE99}" dt="2026-10-23T14:07:24.875" v="0" actId="2696"/>
        <pc:sldMkLst>
          <pc:docMk/>
          <pc:sldMk cId="0" sldId="288"/>
        </pc:sldMkLst>
      </pc:sldChg>
      <pc:sldChg chg="del">
        <pc:chgData name="Emilia Zabrzanska" userId="9a06f8e3-4011-4cb3-a8f7-b458b78b803b" providerId="ADAL" clId="{D06A09B4-9411-5030-9093-CA701499EE99}" dt="2026-10-23T14:07:24.875" v="0" actId="2696"/>
        <pc:sldMkLst>
          <pc:docMk/>
          <pc:sldMk cId="0" sldId="289"/>
        </pc:sldMkLst>
      </pc:sldChg>
      <pc:sldChg chg="del">
        <pc:chgData name="Emilia Zabrzanska" userId="9a06f8e3-4011-4cb3-a8f7-b458b78b803b" providerId="ADAL" clId="{D06A09B4-9411-5030-9093-CA701499EE99}" dt="2026-10-23T14:07:24.875" v="0" actId="2696"/>
        <pc:sldMkLst>
          <pc:docMk/>
          <pc:sldMk cId="0" sldId="290"/>
        </pc:sldMkLst>
      </pc:sldChg>
      <pc:sldChg chg="del">
        <pc:chgData name="Emilia Zabrzanska" userId="9a06f8e3-4011-4cb3-a8f7-b458b78b803b" providerId="ADAL" clId="{D06A09B4-9411-5030-9093-CA701499EE99}" dt="2026-10-23T14:07:24.875" v="0" actId="2696"/>
        <pc:sldMkLst>
          <pc:docMk/>
          <pc:sldMk cId="0" sldId="291"/>
        </pc:sldMkLst>
      </pc:sldChg>
      <pc:sldChg chg="del">
        <pc:chgData name="Emilia Zabrzanska" userId="9a06f8e3-4011-4cb3-a8f7-b458b78b803b" providerId="ADAL" clId="{D06A09B4-9411-5030-9093-CA701499EE99}" dt="2026-10-23T14:17:02.417" v="713" actId="2696"/>
        <pc:sldMkLst>
          <pc:docMk/>
          <pc:sldMk cId="1365818016" sldId="293"/>
        </pc:sldMkLst>
      </pc:sldChg>
      <pc:sldChg chg="del">
        <pc:chgData name="Emilia Zabrzanska" userId="9a06f8e3-4011-4cb3-a8f7-b458b78b803b" providerId="ADAL" clId="{D06A09B4-9411-5030-9093-CA701499EE99}" dt="2026-10-23T14:07:24.875" v="0" actId="2696"/>
        <pc:sldMkLst>
          <pc:docMk/>
          <pc:sldMk cId="4140454052" sldId="294"/>
        </pc:sldMkLst>
      </pc:sldChg>
      <pc:sldChg chg="del">
        <pc:chgData name="Emilia Zabrzanska" userId="9a06f8e3-4011-4cb3-a8f7-b458b78b803b" providerId="ADAL" clId="{D06A09B4-9411-5030-9093-CA701499EE99}" dt="2026-10-23T14:07:24.875" v="0" actId="2696"/>
        <pc:sldMkLst>
          <pc:docMk/>
          <pc:sldMk cId="1526239047" sldId="295"/>
        </pc:sldMkLst>
      </pc:sldChg>
      <pc:sldChg chg="del">
        <pc:chgData name="Emilia Zabrzanska" userId="9a06f8e3-4011-4cb3-a8f7-b458b78b803b" providerId="ADAL" clId="{D06A09B4-9411-5030-9093-CA701499EE99}" dt="2026-10-23T14:17:02.417" v="713" actId="2696"/>
        <pc:sldMkLst>
          <pc:docMk/>
          <pc:sldMk cId="3142694193" sldId="296"/>
        </pc:sldMkLst>
      </pc:sldChg>
      <pc:sldChg chg="del">
        <pc:chgData name="Emilia Zabrzanska" userId="9a06f8e3-4011-4cb3-a8f7-b458b78b803b" providerId="ADAL" clId="{D06A09B4-9411-5030-9093-CA701499EE99}" dt="2026-10-23T14:07:24.875" v="0" actId="2696"/>
        <pc:sldMkLst>
          <pc:docMk/>
          <pc:sldMk cId="4049255914" sldId="297"/>
        </pc:sldMkLst>
      </pc:sldChg>
      <pc:sldChg chg="del">
        <pc:chgData name="Emilia Zabrzanska" userId="9a06f8e3-4011-4cb3-a8f7-b458b78b803b" providerId="ADAL" clId="{D06A09B4-9411-5030-9093-CA701499EE99}" dt="2026-10-23T14:07:24.875" v="0" actId="2696"/>
        <pc:sldMkLst>
          <pc:docMk/>
          <pc:sldMk cId="2150491331" sldId="298"/>
        </pc:sldMkLst>
      </pc:sldChg>
      <pc:sldChg chg="del">
        <pc:chgData name="Emilia Zabrzanska" userId="9a06f8e3-4011-4cb3-a8f7-b458b78b803b" providerId="ADAL" clId="{D06A09B4-9411-5030-9093-CA701499EE99}" dt="2026-10-23T14:07:24.875" v="0" actId="2696"/>
        <pc:sldMkLst>
          <pc:docMk/>
          <pc:sldMk cId="2276194991" sldId="299"/>
        </pc:sldMkLst>
      </pc:sldChg>
      <pc:sldChg chg="del">
        <pc:chgData name="Emilia Zabrzanska" userId="9a06f8e3-4011-4cb3-a8f7-b458b78b803b" providerId="ADAL" clId="{D06A09B4-9411-5030-9093-CA701499EE99}" dt="2026-10-23T14:07:24.875" v="0" actId="2696"/>
        <pc:sldMkLst>
          <pc:docMk/>
          <pc:sldMk cId="1667077130" sldId="300"/>
        </pc:sldMkLst>
      </pc:sldChg>
      <pc:sldChg chg="del">
        <pc:chgData name="Emilia Zabrzanska" userId="9a06f8e3-4011-4cb3-a8f7-b458b78b803b" providerId="ADAL" clId="{D06A09B4-9411-5030-9093-CA701499EE99}" dt="2026-10-23T14:07:24.875" v="0" actId="2696"/>
        <pc:sldMkLst>
          <pc:docMk/>
          <pc:sldMk cId="911842242"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0099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Trained by supervised gaussian denoising on LIDC</a:t>
            </a:r>
          </a:p>
          <a:p>
            <a:pPr marL="171450" indent="-171450">
              <a:buFontTx/>
              <a:buChar char="-"/>
            </a:pPr>
            <a:r>
              <a:rPr lang="en-GB" dirty="0"/>
              <a:t>Take clean LIDC slices (3300)</a:t>
            </a:r>
          </a:p>
          <a:p>
            <a:pPr marL="171450" indent="-171450">
              <a:buFontTx/>
              <a:buChar char="-"/>
            </a:pPr>
            <a:r>
              <a:rPr lang="en-GB" dirty="0"/>
              <a:t>Add synthetic gaussian noise at random sigma to each</a:t>
            </a:r>
          </a:p>
          <a:p>
            <a:pPr marL="171450" indent="-171450">
              <a:buFontTx/>
              <a:buChar char="-"/>
            </a:pPr>
            <a:r>
              <a:rPr lang="en-GB" dirty="0"/>
              <a:t>Feed noisy image and noise level map to network</a:t>
            </a:r>
          </a:p>
          <a:p>
            <a:pPr marL="171450" indent="-171450">
              <a:buFontTx/>
              <a:buChar char="-"/>
            </a:pPr>
            <a:r>
              <a:rPr lang="en-GB" dirty="0"/>
              <a:t>Train to regress clean image under MSE loss</a:t>
            </a:r>
          </a:p>
          <a:p>
            <a:pPr marL="171450" indent="-171450">
              <a:buFontTx/>
              <a:buChar char="-"/>
            </a:pPr>
            <a:r>
              <a:rPr lang="en-GB" dirty="0"/>
              <a:t>Adam optimiser, cosine schedule, batch 8, 50 epochs</a:t>
            </a:r>
          </a:p>
          <a:p>
            <a:pPr marL="171450" indent="-171450">
              <a:buFontTx/>
              <a:buChar char="-"/>
            </a:pPr>
            <a:endParaRPr lang="en-GB" dirty="0"/>
          </a:p>
          <a:p>
            <a:pPr marL="171450" indent="-171450">
              <a:buFontTx/>
              <a:buChar char="-"/>
            </a:pPr>
            <a:r>
              <a:rPr lang="en-GB" dirty="0"/>
              <a:t>Training added noise at sigma/255 but the noise level map was sigma/50 causing the shift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C8DB4-98AD-D478-B0E0-B012AAED9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A014D-4A95-3330-89C6-97BDEAF984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99B8958-72F3-06DA-06E3-3CCF0A93BDDC}"/>
              </a:ext>
            </a:extLst>
          </p:cNvPr>
          <p:cNvSpPr>
            <a:spLocks noGrp="1"/>
          </p:cNvSpPr>
          <p:nvPr>
            <p:ph type="body" sz="quarter" idx="3"/>
          </p:nvPr>
        </p:nvSpPr>
        <p:spPr/>
        <p:txBody>
          <a:bodyPr/>
          <a:lstStyle/>
          <a:p>
            <a:r>
              <a:rPr lang="en-GB" dirty="0"/>
              <a:t>Trained by supervised gaussian denoising on LIDC</a:t>
            </a:r>
          </a:p>
          <a:p>
            <a:pPr marL="171450" indent="-171450">
              <a:buFontTx/>
              <a:buChar char="-"/>
            </a:pPr>
            <a:r>
              <a:rPr lang="en-GB" dirty="0"/>
              <a:t>Take clean LIDC slices (3300)</a:t>
            </a:r>
          </a:p>
          <a:p>
            <a:pPr marL="171450" indent="-171450">
              <a:buFontTx/>
              <a:buChar char="-"/>
            </a:pPr>
            <a:r>
              <a:rPr lang="en-GB" dirty="0"/>
              <a:t>Add synthetic gaussian noise at random sigma to each</a:t>
            </a:r>
          </a:p>
          <a:p>
            <a:pPr marL="171450" indent="-171450">
              <a:buFontTx/>
              <a:buChar char="-"/>
            </a:pPr>
            <a:r>
              <a:rPr lang="en-GB" dirty="0"/>
              <a:t>Feed noisy image and noise level map to network</a:t>
            </a:r>
          </a:p>
          <a:p>
            <a:pPr marL="171450" indent="-171450">
              <a:buFontTx/>
              <a:buChar char="-"/>
            </a:pPr>
            <a:r>
              <a:rPr lang="en-GB" dirty="0"/>
              <a:t>Train to regress clean image under MSE loss</a:t>
            </a:r>
          </a:p>
          <a:p>
            <a:pPr marL="171450" indent="-171450">
              <a:buFontTx/>
              <a:buChar char="-"/>
            </a:pPr>
            <a:r>
              <a:rPr lang="en-GB" dirty="0"/>
              <a:t>Adam optimiser, cosine schedule, batch 8, 50 epochs</a:t>
            </a:r>
          </a:p>
          <a:p>
            <a:pPr marL="171450" indent="-171450">
              <a:buFontTx/>
              <a:buChar char="-"/>
            </a:pPr>
            <a:endParaRPr lang="en-GB" dirty="0"/>
          </a:p>
          <a:p>
            <a:pPr marL="171450" indent="-171450">
              <a:buFontTx/>
              <a:buChar char="-"/>
            </a:pPr>
            <a:r>
              <a:rPr lang="en-GB" dirty="0"/>
              <a:t>Training added noise at sigma/255 but the noise level map was sigma/50 causing the shift </a:t>
            </a:r>
          </a:p>
        </p:txBody>
      </p:sp>
      <p:sp>
        <p:nvSpPr>
          <p:cNvPr id="4" name="Slide Number Placeholder 3">
            <a:extLst>
              <a:ext uri="{FF2B5EF4-FFF2-40B4-BE49-F238E27FC236}">
                <a16:creationId xmlns:a16="http://schemas.microsoft.com/office/drawing/2014/main" id="{F435C859-91BF-40FF-E8D8-BDD7E2A45379}"/>
              </a:ext>
            </a:extLst>
          </p:cNvPr>
          <p:cNvSpPr>
            <a:spLocks noGrp="1"/>
          </p:cNvSpPr>
          <p:nvPr>
            <p:ph type="sldNum" sz="quarter" idx="5"/>
          </p:nvPr>
        </p:nvSpPr>
        <p:spPr/>
      </p:sp>
    </p:spTree>
    <p:extLst>
      <p:ext uri="{BB962C8B-B14F-4D97-AF65-F5344CB8AC3E}">
        <p14:creationId xmlns:p14="http://schemas.microsoft.com/office/powerpoint/2010/main" val="572080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1EF02-7CD8-BCB2-3F59-9EC44406D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FFE6A-D793-994A-6855-C384475BB6B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29EB08-4A78-BB44-1439-A3ED2DA0926A}"/>
              </a:ext>
            </a:extLst>
          </p:cNvPr>
          <p:cNvSpPr>
            <a:spLocks noGrp="1"/>
          </p:cNvSpPr>
          <p:nvPr>
            <p:ph type="body" sz="quarter" idx="3"/>
          </p:nvPr>
        </p:nvSpPr>
        <p:spPr/>
        <p:txBody>
          <a:bodyPr/>
          <a:lstStyle/>
          <a:p>
            <a:r>
              <a:rPr lang="en-GB" dirty="0"/>
              <a:t>Trained by supervised gaussian denoising on LIDC</a:t>
            </a:r>
          </a:p>
          <a:p>
            <a:pPr marL="171450" indent="-171450">
              <a:buFontTx/>
              <a:buChar char="-"/>
            </a:pPr>
            <a:r>
              <a:rPr lang="en-GB" dirty="0"/>
              <a:t>Take clean LIDC slices (3300)</a:t>
            </a:r>
          </a:p>
          <a:p>
            <a:pPr marL="171450" indent="-171450">
              <a:buFontTx/>
              <a:buChar char="-"/>
            </a:pPr>
            <a:r>
              <a:rPr lang="en-GB" dirty="0"/>
              <a:t>Add synthetic gaussian noise at random sigma to each</a:t>
            </a:r>
          </a:p>
          <a:p>
            <a:pPr marL="171450" indent="-171450">
              <a:buFontTx/>
              <a:buChar char="-"/>
            </a:pPr>
            <a:r>
              <a:rPr lang="en-GB" dirty="0"/>
              <a:t>Feed noisy image and noise level map to network</a:t>
            </a:r>
          </a:p>
          <a:p>
            <a:pPr marL="171450" indent="-171450">
              <a:buFontTx/>
              <a:buChar char="-"/>
            </a:pPr>
            <a:r>
              <a:rPr lang="en-GB" dirty="0"/>
              <a:t>Train to regress clean image under MSE loss</a:t>
            </a:r>
          </a:p>
          <a:p>
            <a:pPr marL="171450" indent="-171450">
              <a:buFontTx/>
              <a:buChar char="-"/>
            </a:pPr>
            <a:r>
              <a:rPr lang="en-GB" dirty="0"/>
              <a:t>Adam optimiser, cosine schedule, batch 8, 50 epochs</a:t>
            </a:r>
          </a:p>
          <a:p>
            <a:pPr marL="171450" indent="-171450">
              <a:buFontTx/>
              <a:buChar char="-"/>
            </a:pPr>
            <a:endParaRPr lang="en-GB" dirty="0"/>
          </a:p>
          <a:p>
            <a:pPr marL="171450" indent="-171450">
              <a:buFontTx/>
              <a:buChar char="-"/>
            </a:pPr>
            <a:r>
              <a:rPr lang="en-GB" dirty="0"/>
              <a:t>Training added noise at sigma/255 but the noise level map was sigma/50 causing the shift </a:t>
            </a:r>
          </a:p>
        </p:txBody>
      </p:sp>
      <p:sp>
        <p:nvSpPr>
          <p:cNvPr id="4" name="Slide Number Placeholder 3">
            <a:extLst>
              <a:ext uri="{FF2B5EF4-FFF2-40B4-BE49-F238E27FC236}">
                <a16:creationId xmlns:a16="http://schemas.microsoft.com/office/drawing/2014/main" id="{2A3FC6B2-BCD8-099B-1FDF-9CE53CCB24BD}"/>
              </a:ext>
            </a:extLst>
          </p:cNvPr>
          <p:cNvSpPr>
            <a:spLocks noGrp="1"/>
          </p:cNvSpPr>
          <p:nvPr>
            <p:ph type="sldNum" sz="quarter" idx="5"/>
          </p:nvPr>
        </p:nvSpPr>
        <p:spPr/>
      </p:sp>
    </p:spTree>
    <p:extLst>
      <p:ext uri="{BB962C8B-B14F-4D97-AF65-F5344CB8AC3E}">
        <p14:creationId xmlns:p14="http://schemas.microsoft.com/office/powerpoint/2010/main" val="149207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CEFF9"/>
        </a:solidFill>
        <a:effectLst/>
      </p:bgPr>
    </p:bg>
    <p:spTree>
      <p:nvGrpSpPr>
        <p:cNvPr id="1" name=""/>
        <p:cNvGrpSpPr/>
        <p:nvPr/>
      </p:nvGrpSpPr>
      <p:grpSpPr>
        <a:xfrm>
          <a:off x="0" y="0"/>
          <a:ext cx="0" cy="0"/>
          <a:chOff x="0" y="0"/>
          <a:chExt cx="0" cy="0"/>
        </a:xfrm>
      </p:grpSpPr>
      <p:sp>
        <p:nvSpPr>
          <p:cNvPr id="2" name="TextBox 1"/>
          <p:cNvSpPr txBox="1"/>
          <p:nvPr/>
        </p:nvSpPr>
        <p:spPr>
          <a:xfrm>
            <a:off x="357420" y="477922"/>
            <a:ext cx="11064240" cy="492443"/>
          </a:xfrm>
          <a:prstGeom prst="rect">
            <a:avLst/>
          </a:prstGeom>
          <a:noFill/>
        </p:spPr>
        <p:txBody>
          <a:bodyPr wrap="square" lIns="0" tIns="0" rIns="0" bIns="0">
            <a:spAutoFit/>
          </a:bodyPr>
          <a:lstStyle/>
          <a:p>
            <a:r>
              <a:rPr lang="en-GB" sz="3200" b="0" i="0" dirty="0">
                <a:solidFill>
                  <a:srgbClr val="17406D"/>
                </a:solidFill>
                <a:latin typeface="Baskerville"/>
              </a:rPr>
              <a:t>Lung segmentation from chest X-rays</a:t>
            </a:r>
            <a:endParaRPr sz="3200" b="0" i="0" dirty="0">
              <a:solidFill>
                <a:srgbClr val="17406D"/>
              </a:solidFill>
              <a:latin typeface="Baskerville"/>
            </a:endParaRPr>
          </a:p>
        </p:txBody>
      </p:sp>
      <p:sp>
        <p:nvSpPr>
          <p:cNvPr id="3" name="Rectangle 2"/>
          <p:cNvSpPr/>
          <p:nvPr/>
        </p:nvSpPr>
        <p:spPr>
          <a:xfrm>
            <a:off x="357421" y="1270535"/>
            <a:ext cx="4648365" cy="2241138"/>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357421" y="1270535"/>
            <a:ext cx="4648365" cy="4572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511397"/>
            <a:ext cx="2304288" cy="307777"/>
          </a:xfrm>
          <a:prstGeom prst="rect">
            <a:avLst/>
          </a:prstGeom>
          <a:noFill/>
        </p:spPr>
        <p:txBody>
          <a:bodyPr wrap="square" lIns="0" tIns="0" rIns="0" bIns="0">
            <a:spAutoFit/>
          </a:bodyPr>
          <a:lstStyle/>
          <a:p>
            <a:r>
              <a:rPr lang="en-GB" sz="2000" dirty="0">
                <a:solidFill>
                  <a:schemeClr val="accent1">
                    <a:lumMod val="50000"/>
                  </a:schemeClr>
                </a:solidFill>
                <a:latin typeface="Baskerville"/>
              </a:rPr>
              <a:t>Dataset</a:t>
            </a:r>
            <a:endParaRPr sz="2000" i="0" dirty="0">
              <a:solidFill>
                <a:schemeClr val="accent1">
                  <a:lumMod val="50000"/>
                </a:schemeClr>
              </a:solidFill>
              <a:latin typeface="Baskerville"/>
            </a:endParaRPr>
          </a:p>
        </p:txBody>
      </p:sp>
      <p:sp>
        <p:nvSpPr>
          <p:cNvPr id="7" name="TextBox 6"/>
          <p:cNvSpPr txBox="1"/>
          <p:nvPr/>
        </p:nvSpPr>
        <p:spPr>
          <a:xfrm>
            <a:off x="560858" y="1972790"/>
            <a:ext cx="4019845" cy="1538883"/>
          </a:xfrm>
          <a:prstGeom prst="rect">
            <a:avLst/>
          </a:prstGeom>
          <a:noFill/>
        </p:spPr>
        <p:txBody>
          <a:bodyPr wrap="square" lIns="0" tIns="0" rIns="0" bIns="0">
            <a:spAutoFit/>
          </a:bodyPr>
          <a:lstStyle/>
          <a:p>
            <a:pPr marL="285750" indent="-285750">
              <a:buFont typeface="Wingdings" pitchFamily="2" charset="2"/>
              <a:buChar char="§"/>
            </a:pPr>
            <a:r>
              <a:rPr lang="en-GB" sz="1250" dirty="0">
                <a:solidFill>
                  <a:schemeClr val="accent1">
                    <a:lumMod val="50000"/>
                  </a:schemeClr>
                </a:solidFill>
                <a:latin typeface="Baskerville"/>
              </a:rPr>
              <a:t>Montgomery County chest X-ray set. </a:t>
            </a:r>
          </a:p>
          <a:p>
            <a:pPr marL="285750" indent="-285750">
              <a:buFont typeface="Wingdings" pitchFamily="2" charset="2"/>
              <a:buChar char="§"/>
            </a:pPr>
            <a:r>
              <a:rPr lang="en-GB" sz="1250" b="0" i="0" dirty="0">
                <a:solidFill>
                  <a:schemeClr val="accent1">
                    <a:lumMod val="50000"/>
                  </a:schemeClr>
                </a:solidFill>
                <a:latin typeface="Baskerville"/>
              </a:rPr>
              <a:t>Each X-ray contain</a:t>
            </a:r>
            <a:r>
              <a:rPr lang="en-GB" sz="1250" dirty="0">
                <a:solidFill>
                  <a:schemeClr val="accent1">
                    <a:lumMod val="50000"/>
                  </a:schemeClr>
                </a:solidFill>
                <a:latin typeface="Baskerville"/>
              </a:rPr>
              <a:t>s radiologist supervised masks of both the left and right lung, used as the ground truth. </a:t>
            </a:r>
          </a:p>
          <a:p>
            <a:pPr marL="285750" indent="-285750">
              <a:buFont typeface="Wingdings" pitchFamily="2" charset="2"/>
              <a:buChar char="§"/>
            </a:pPr>
            <a:r>
              <a:rPr lang="en-GB" sz="1250" b="0" i="0" dirty="0">
                <a:solidFill>
                  <a:schemeClr val="accent1">
                    <a:lumMod val="50000"/>
                  </a:schemeClr>
                </a:solidFill>
                <a:latin typeface="Baskerville"/>
              </a:rPr>
              <a:t>Original images were 4020x4892 pixels, and were resized </a:t>
            </a:r>
            <a:r>
              <a:rPr lang="en-GB" sz="1250" dirty="0">
                <a:solidFill>
                  <a:schemeClr val="accent1">
                    <a:lumMod val="50000"/>
                  </a:schemeClr>
                </a:solidFill>
                <a:latin typeface="Baskerville"/>
              </a:rPr>
              <a:t>to 512x512 with anti-aliasing. </a:t>
            </a:r>
          </a:p>
          <a:p>
            <a:pPr marL="285750" indent="-285750">
              <a:buFont typeface="Wingdings" pitchFamily="2" charset="2"/>
              <a:buChar char="§"/>
            </a:pPr>
            <a:r>
              <a:rPr lang="en-GB" sz="1250" dirty="0">
                <a:solidFill>
                  <a:schemeClr val="accent1">
                    <a:lumMod val="50000"/>
                  </a:schemeClr>
                </a:solidFill>
                <a:latin typeface="Baskerville"/>
              </a:rPr>
              <a:t>One X-ray turned out to be a photo of a cat, so was excluded, leaving 137 cases, 80 normal, and 57 TB. </a:t>
            </a:r>
          </a:p>
          <a:p>
            <a:pPr marL="285750" indent="-285750">
              <a:buFont typeface="Wingdings" pitchFamily="2" charset="2"/>
              <a:buChar char="§"/>
            </a:pPr>
            <a:endParaRPr lang="en-GB" sz="1250" b="0" i="0" dirty="0">
              <a:solidFill>
                <a:schemeClr val="accent1">
                  <a:lumMod val="50000"/>
                </a:schemeClr>
              </a:solidFill>
              <a:latin typeface="Baskerville"/>
            </a:endParaRPr>
          </a:p>
        </p:txBody>
      </p:sp>
      <p:sp>
        <p:nvSpPr>
          <p:cNvPr id="18" name="Rectangle 17"/>
          <p:cNvSpPr/>
          <p:nvPr/>
        </p:nvSpPr>
        <p:spPr>
          <a:xfrm>
            <a:off x="357420" y="3706815"/>
            <a:ext cx="4648365" cy="2241138"/>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57420" y="3706815"/>
            <a:ext cx="4648365" cy="4572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8898" y="3939668"/>
            <a:ext cx="2304288" cy="307777"/>
          </a:xfrm>
          <a:prstGeom prst="rect">
            <a:avLst/>
          </a:prstGeom>
          <a:noFill/>
        </p:spPr>
        <p:txBody>
          <a:bodyPr wrap="square" lIns="0" tIns="0" rIns="0" bIns="0">
            <a:spAutoFit/>
          </a:bodyPr>
          <a:lstStyle/>
          <a:p>
            <a:r>
              <a:rPr lang="en-GB" sz="2000" i="0" dirty="0">
                <a:solidFill>
                  <a:schemeClr val="accent1">
                    <a:lumMod val="50000"/>
                  </a:schemeClr>
                </a:solidFill>
                <a:latin typeface="Baskerville"/>
              </a:rPr>
              <a:t>Aims</a:t>
            </a:r>
            <a:endParaRPr sz="2000" i="0" dirty="0">
              <a:solidFill>
                <a:schemeClr val="accent1">
                  <a:lumMod val="50000"/>
                </a:schemeClr>
              </a:solidFill>
              <a:latin typeface="Baskerville"/>
            </a:endParaRPr>
          </a:p>
        </p:txBody>
      </p:sp>
      <p:sp>
        <p:nvSpPr>
          <p:cNvPr id="22" name="TextBox 21"/>
          <p:cNvSpPr txBox="1"/>
          <p:nvPr/>
        </p:nvSpPr>
        <p:spPr>
          <a:xfrm>
            <a:off x="568898" y="4409070"/>
            <a:ext cx="4436888" cy="1154162"/>
          </a:xfrm>
          <a:prstGeom prst="rect">
            <a:avLst/>
          </a:prstGeom>
          <a:noFill/>
        </p:spPr>
        <p:txBody>
          <a:bodyPr wrap="square" lIns="0" tIns="0" rIns="0" bIns="0">
            <a:spAutoFit/>
          </a:bodyPr>
          <a:lstStyle/>
          <a:p>
            <a:pPr marL="342900" indent="-342900">
              <a:buFont typeface="+mj-lt"/>
              <a:buAutoNum type="arabicPeriod"/>
            </a:pPr>
            <a:r>
              <a:rPr lang="en-GB" sz="1250" b="0" i="0" dirty="0">
                <a:solidFill>
                  <a:schemeClr val="accent1">
                    <a:lumMod val="50000"/>
                  </a:schemeClr>
                </a:solidFill>
                <a:latin typeface="Baskerville"/>
              </a:rPr>
              <a:t>Compare Thresholding methods (Mean, Manual, Otsu, </a:t>
            </a:r>
            <a:r>
              <a:rPr lang="en-GB" sz="1250" b="0" i="0" dirty="0" err="1">
                <a:solidFill>
                  <a:schemeClr val="accent1">
                    <a:lumMod val="50000"/>
                  </a:schemeClr>
                </a:solidFill>
                <a:latin typeface="Baskerville"/>
              </a:rPr>
              <a:t>MultiOtsu</a:t>
            </a:r>
            <a:r>
              <a:rPr lang="en-GB" sz="1250" b="0" i="0" dirty="0">
                <a:solidFill>
                  <a:schemeClr val="accent1">
                    <a:lumMod val="50000"/>
                  </a:schemeClr>
                </a:solidFill>
                <a:latin typeface="Baskerville"/>
              </a:rPr>
              <a:t> and Local)</a:t>
            </a:r>
          </a:p>
          <a:p>
            <a:pPr marL="342900" indent="-342900">
              <a:buFont typeface="+mj-lt"/>
              <a:buAutoNum type="arabicPeriod"/>
            </a:pPr>
            <a:r>
              <a:rPr lang="en-GB" sz="1250" dirty="0">
                <a:solidFill>
                  <a:schemeClr val="accent1">
                    <a:lumMod val="50000"/>
                  </a:schemeClr>
                </a:solidFill>
                <a:latin typeface="Baskerville"/>
              </a:rPr>
              <a:t>Measure what filtering and morphology can add</a:t>
            </a:r>
          </a:p>
          <a:p>
            <a:pPr marL="342900" indent="-342900">
              <a:buFont typeface="+mj-lt"/>
              <a:buAutoNum type="arabicPeriod"/>
            </a:pPr>
            <a:r>
              <a:rPr lang="en-GB" sz="1250" b="0" i="0" dirty="0">
                <a:solidFill>
                  <a:schemeClr val="accent1">
                    <a:lumMod val="50000"/>
                  </a:schemeClr>
                </a:solidFill>
                <a:latin typeface="Baskerville"/>
              </a:rPr>
              <a:t>Compare segmentation quality on normal and TB cases</a:t>
            </a:r>
          </a:p>
          <a:p>
            <a:pPr marL="342900" indent="-342900">
              <a:buFont typeface="+mj-lt"/>
              <a:buAutoNum type="arabicPeriod"/>
            </a:pPr>
            <a:r>
              <a:rPr lang="en-GB" sz="1250" dirty="0">
                <a:solidFill>
                  <a:schemeClr val="accent1">
                    <a:lumMod val="50000"/>
                  </a:schemeClr>
                </a:solidFill>
                <a:latin typeface="Baskerville"/>
              </a:rPr>
              <a:t>Test if the texture or brightness features inside lungs can classify them as normal or TB. </a:t>
            </a:r>
            <a:endParaRPr lang="en-GB" sz="1250" b="0" i="0" dirty="0">
              <a:solidFill>
                <a:schemeClr val="accent1">
                  <a:lumMod val="50000"/>
                </a:schemeClr>
              </a:solidFill>
              <a:latin typeface="Baskerville"/>
            </a:endParaRPr>
          </a:p>
        </p:txBody>
      </p:sp>
      <p:pic>
        <p:nvPicPr>
          <p:cNvPr id="24" name="Picture 23">
            <a:extLst>
              <a:ext uri="{FF2B5EF4-FFF2-40B4-BE49-F238E27FC236}">
                <a16:creationId xmlns:a16="http://schemas.microsoft.com/office/drawing/2014/main" id="{6B69E163-D859-B3EE-7400-B4242DE0BEB7}"/>
              </a:ext>
            </a:extLst>
          </p:cNvPr>
          <p:cNvPicPr>
            <a:picLocks noChangeAspect="1"/>
          </p:cNvPicPr>
          <p:nvPr/>
        </p:nvPicPr>
        <p:blipFill>
          <a:blip r:embed="rId3"/>
          <a:stretch>
            <a:fillRect/>
          </a:stretch>
        </p:blipFill>
        <p:spPr>
          <a:xfrm>
            <a:off x="5132144" y="1665285"/>
            <a:ext cx="6875449" cy="38095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CEFF9"/>
        </a:solidFill>
        <a:effectLst/>
      </p:bgPr>
    </p:bg>
    <p:spTree>
      <p:nvGrpSpPr>
        <p:cNvPr id="1" name=""/>
        <p:cNvGrpSpPr/>
        <p:nvPr/>
      </p:nvGrpSpPr>
      <p:grpSpPr>
        <a:xfrm>
          <a:off x="0" y="0"/>
          <a:ext cx="0" cy="0"/>
          <a:chOff x="0" y="0"/>
          <a:chExt cx="0" cy="0"/>
        </a:xfrm>
      </p:grpSpPr>
      <p:sp>
        <p:nvSpPr>
          <p:cNvPr id="3" name="TextBox 2"/>
          <p:cNvSpPr txBox="1"/>
          <p:nvPr/>
        </p:nvSpPr>
        <p:spPr>
          <a:xfrm>
            <a:off x="361903" y="387491"/>
            <a:ext cx="11064240" cy="553998"/>
          </a:xfrm>
          <a:prstGeom prst="rect">
            <a:avLst/>
          </a:prstGeom>
          <a:noFill/>
        </p:spPr>
        <p:txBody>
          <a:bodyPr wrap="square" lIns="0" tIns="0" rIns="0" bIns="0">
            <a:spAutoFit/>
          </a:bodyPr>
          <a:lstStyle/>
          <a:p>
            <a:r>
              <a:rPr lang="en-GB" sz="3600" b="0" i="0" dirty="0">
                <a:solidFill>
                  <a:srgbClr val="17406D"/>
                </a:solidFill>
                <a:latin typeface="Baskerville"/>
              </a:rPr>
              <a:t>Segmentation Results</a:t>
            </a:r>
            <a:endParaRPr sz="3600" b="0" i="0" dirty="0">
              <a:solidFill>
                <a:srgbClr val="17406D"/>
              </a:solidFill>
              <a:latin typeface="Baskerville"/>
            </a:endParaRPr>
          </a:p>
        </p:txBody>
      </p:sp>
      <p:sp>
        <p:nvSpPr>
          <p:cNvPr id="4" name="TextBox 3"/>
          <p:cNvSpPr txBox="1"/>
          <p:nvPr/>
        </p:nvSpPr>
        <p:spPr>
          <a:xfrm>
            <a:off x="361903" y="1160722"/>
            <a:ext cx="5157547" cy="3108543"/>
          </a:xfrm>
          <a:prstGeom prst="rect">
            <a:avLst/>
          </a:prstGeom>
          <a:noFill/>
        </p:spPr>
        <p:txBody>
          <a:bodyPr wrap="square" lIns="0" tIns="0" rIns="0" bIns="0">
            <a:spAutoFit/>
          </a:bodyPr>
          <a:lstStyle/>
          <a:p>
            <a:pPr marL="285750" indent="-285750">
              <a:spcAft>
                <a:spcPts val="800"/>
              </a:spcAft>
              <a:buFont typeface="Arial" panose="020B0604020202020204" pitchFamily="34" charset="0"/>
              <a:buChar char="•"/>
            </a:pPr>
            <a:r>
              <a:rPr lang="en-GB" sz="1400" i="0" dirty="0">
                <a:solidFill>
                  <a:schemeClr val="accent1">
                    <a:lumMod val="50000"/>
                  </a:schemeClr>
                </a:solidFill>
                <a:latin typeface="Baskerville"/>
              </a:rPr>
              <a:t>The threshold alone barely matters, as mean, manual selection</a:t>
            </a:r>
            <a:r>
              <a:rPr lang="en-GB" sz="1400" i="0">
                <a:solidFill>
                  <a:schemeClr val="accent1">
                    <a:lumMod val="50000"/>
                  </a:schemeClr>
                </a:solidFill>
                <a:latin typeface="Baskerville"/>
              </a:rPr>
              <a:t>, Otsu </a:t>
            </a:r>
            <a:r>
              <a:rPr lang="en-GB" sz="1400" i="0" dirty="0">
                <a:solidFill>
                  <a:schemeClr val="accent1">
                    <a:lumMod val="50000"/>
                  </a:schemeClr>
                </a:solidFill>
                <a:latin typeface="Baskerville"/>
              </a:rPr>
              <a:t>and Local all achieved a Dice of 0.52-0.55 on all 137 cases, as each one also selected the outside air and black border. </a:t>
            </a:r>
          </a:p>
          <a:p>
            <a:pPr marL="285750" indent="-285750">
              <a:spcAft>
                <a:spcPts val="800"/>
              </a:spcAft>
              <a:buFont typeface="Arial" panose="020B0604020202020204" pitchFamily="34" charset="0"/>
              <a:buChar char="•"/>
            </a:pPr>
            <a:r>
              <a:rPr lang="en-GB" sz="1400" dirty="0">
                <a:solidFill>
                  <a:schemeClr val="accent1">
                    <a:lumMod val="50000"/>
                  </a:schemeClr>
                </a:solidFill>
                <a:latin typeface="Baskerville"/>
              </a:rPr>
              <a:t>The biggest issue, as seen in the figure, was that with two-class Otsu, the soft tissue at the image edges would join the lungs to the background, meaning they were removed when the border was cleared. </a:t>
            </a:r>
          </a:p>
          <a:p>
            <a:pPr marL="285750" indent="-285750">
              <a:spcAft>
                <a:spcPts val="800"/>
              </a:spcAft>
              <a:buFont typeface="Arial" panose="020B0604020202020204" pitchFamily="34" charset="0"/>
              <a:buChar char="•"/>
            </a:pPr>
            <a:r>
              <a:rPr lang="en-GB" sz="1400" i="0" dirty="0">
                <a:solidFill>
                  <a:schemeClr val="accent1">
                    <a:lumMod val="50000"/>
                  </a:schemeClr>
                </a:solidFill>
                <a:latin typeface="Baskerville"/>
              </a:rPr>
              <a:t>Switching the threshold to </a:t>
            </a:r>
            <a:r>
              <a:rPr lang="en-GB" sz="1400" dirty="0" err="1">
                <a:solidFill>
                  <a:schemeClr val="accent1">
                    <a:lumMod val="50000"/>
                  </a:schemeClr>
                </a:solidFill>
                <a:latin typeface="Baskerville"/>
              </a:rPr>
              <a:t>MultiOtsu</a:t>
            </a:r>
            <a:r>
              <a:rPr lang="en-GB" sz="1400" dirty="0">
                <a:solidFill>
                  <a:schemeClr val="accent1">
                    <a:lumMod val="50000"/>
                  </a:schemeClr>
                </a:solidFill>
                <a:latin typeface="Baskerville"/>
              </a:rPr>
              <a:t>, and then to Local helped mitigate this, but the biggest change came from splitting up the opening step, and selecting the lungs on the eroded mask, prior to dilation. </a:t>
            </a:r>
          </a:p>
          <a:p>
            <a:pPr>
              <a:spcAft>
                <a:spcPts val="800"/>
              </a:spcAft>
            </a:pPr>
            <a:r>
              <a:rPr lang="en-GB" sz="1400" i="0" dirty="0">
                <a:solidFill>
                  <a:schemeClr val="accent1">
                    <a:lumMod val="50000"/>
                  </a:schemeClr>
                </a:solidFill>
                <a:latin typeface="Baskerville"/>
              </a:rPr>
              <a:t>The different versions of the segmentation function were tested on 16 random images, and the performance is summarised in the table. </a:t>
            </a:r>
          </a:p>
        </p:txBody>
      </p:sp>
      <p:pic>
        <p:nvPicPr>
          <p:cNvPr id="6" name="Picture 5">
            <a:extLst>
              <a:ext uri="{FF2B5EF4-FFF2-40B4-BE49-F238E27FC236}">
                <a16:creationId xmlns:a16="http://schemas.microsoft.com/office/drawing/2014/main" id="{D5A6AF0E-BDB7-DA23-E2F9-2A4682DAF557}"/>
              </a:ext>
            </a:extLst>
          </p:cNvPr>
          <p:cNvPicPr>
            <a:picLocks noChangeAspect="1"/>
          </p:cNvPicPr>
          <p:nvPr/>
        </p:nvPicPr>
        <p:blipFill>
          <a:blip r:embed="rId3"/>
          <a:stretch>
            <a:fillRect/>
          </a:stretch>
        </p:blipFill>
        <p:spPr>
          <a:xfrm>
            <a:off x="5685798" y="1160722"/>
            <a:ext cx="6225988" cy="3188240"/>
          </a:xfrm>
          <a:prstGeom prst="rect">
            <a:avLst/>
          </a:prstGeom>
        </p:spPr>
      </p:pic>
      <p:graphicFrame>
        <p:nvGraphicFramePr>
          <p:cNvPr id="8" name="Table 7">
            <a:extLst>
              <a:ext uri="{FF2B5EF4-FFF2-40B4-BE49-F238E27FC236}">
                <a16:creationId xmlns:a16="http://schemas.microsoft.com/office/drawing/2014/main" id="{38467069-8248-62A5-10C3-EEBB9D5ADBA6}"/>
              </a:ext>
            </a:extLst>
          </p:cNvPr>
          <p:cNvGraphicFramePr>
            <a:graphicFrameLocks noGrp="1"/>
          </p:cNvGraphicFramePr>
          <p:nvPr>
            <p:extLst>
              <p:ext uri="{D42A27DB-BD31-4B8C-83A1-F6EECF244321}">
                <p14:modId xmlns:p14="http://schemas.microsoft.com/office/powerpoint/2010/main" val="1197275312"/>
              </p:ext>
            </p:extLst>
          </p:nvPr>
        </p:nvGraphicFramePr>
        <p:xfrm>
          <a:off x="1240671" y="4741320"/>
          <a:ext cx="8890253" cy="1854200"/>
        </p:xfrm>
        <a:graphic>
          <a:graphicData uri="http://schemas.openxmlformats.org/drawingml/2006/table">
            <a:tbl>
              <a:tblPr firstRow="1" bandRow="1">
                <a:tableStyleId>{616DA210-FB5B-4158-B5E0-FEB733F419BA}</a:tableStyleId>
              </a:tblPr>
              <a:tblGrid>
                <a:gridCol w="1571355">
                  <a:extLst>
                    <a:ext uri="{9D8B030D-6E8A-4147-A177-3AD203B41FA5}">
                      <a16:colId xmlns:a16="http://schemas.microsoft.com/office/drawing/2014/main" val="720181464"/>
                    </a:ext>
                  </a:extLst>
                </a:gridCol>
                <a:gridCol w="2861740">
                  <a:extLst>
                    <a:ext uri="{9D8B030D-6E8A-4147-A177-3AD203B41FA5}">
                      <a16:colId xmlns:a16="http://schemas.microsoft.com/office/drawing/2014/main" val="1247475888"/>
                    </a:ext>
                  </a:extLst>
                </a:gridCol>
                <a:gridCol w="2234595">
                  <a:extLst>
                    <a:ext uri="{9D8B030D-6E8A-4147-A177-3AD203B41FA5}">
                      <a16:colId xmlns:a16="http://schemas.microsoft.com/office/drawing/2014/main" val="941359343"/>
                    </a:ext>
                  </a:extLst>
                </a:gridCol>
                <a:gridCol w="2222563">
                  <a:extLst>
                    <a:ext uri="{9D8B030D-6E8A-4147-A177-3AD203B41FA5}">
                      <a16:colId xmlns:a16="http://schemas.microsoft.com/office/drawing/2014/main" val="2435539240"/>
                    </a:ext>
                  </a:extLst>
                </a:gridCol>
              </a:tblGrid>
              <a:tr h="370840">
                <a:tc>
                  <a:txBody>
                    <a:bodyPr/>
                    <a:lstStyle/>
                    <a:p>
                      <a:pPr algn="ctr"/>
                      <a:r>
                        <a:rPr lang="en-US" sz="1400" dirty="0">
                          <a:latin typeface="Baskerville" panose="02020502070401020303" pitchFamily="18" charset="0"/>
                          <a:ea typeface="Baskerville" panose="02020502070401020303" pitchFamily="18" charset="0"/>
                        </a:rPr>
                        <a:t>Version</a:t>
                      </a:r>
                    </a:p>
                  </a:txBody>
                  <a:tcPr/>
                </a:tc>
                <a:tc>
                  <a:txBody>
                    <a:bodyPr/>
                    <a:lstStyle/>
                    <a:p>
                      <a:pPr algn="ctr"/>
                      <a:r>
                        <a:rPr lang="en-US" sz="1400" dirty="0">
                          <a:latin typeface="Baskerville" panose="02020502070401020303" pitchFamily="18" charset="0"/>
                          <a:ea typeface="Baskerville" panose="02020502070401020303" pitchFamily="18" charset="0"/>
                        </a:rPr>
                        <a:t>Key Change</a:t>
                      </a:r>
                    </a:p>
                  </a:txBody>
                  <a:tcPr/>
                </a:tc>
                <a:tc>
                  <a:txBody>
                    <a:bodyPr/>
                    <a:lstStyle/>
                    <a:p>
                      <a:pPr algn="ctr"/>
                      <a:r>
                        <a:rPr lang="en-US" sz="1400" dirty="0">
                          <a:latin typeface="Baskerville" panose="02020502070401020303" pitchFamily="18" charset="0"/>
                          <a:ea typeface="Baskerville" panose="02020502070401020303" pitchFamily="18" charset="0"/>
                        </a:rPr>
                        <a:t>Mean Dice</a:t>
                      </a:r>
                    </a:p>
                  </a:txBody>
                  <a:tcPr/>
                </a:tc>
                <a:tc>
                  <a:txBody>
                    <a:bodyPr/>
                    <a:lstStyle/>
                    <a:p>
                      <a:pPr algn="ctr"/>
                      <a:r>
                        <a:rPr lang="en-US" sz="1400" dirty="0">
                          <a:latin typeface="Baskerville" panose="02020502070401020303" pitchFamily="18" charset="0"/>
                          <a:ea typeface="Baskerville" panose="02020502070401020303" pitchFamily="18" charset="0"/>
                        </a:rPr>
                        <a:t>Empty Masks</a:t>
                      </a:r>
                    </a:p>
                  </a:txBody>
                  <a:tcPr/>
                </a:tc>
                <a:extLst>
                  <a:ext uri="{0D108BD9-81ED-4DB2-BD59-A6C34878D82A}">
                    <a16:rowId xmlns:a16="http://schemas.microsoft.com/office/drawing/2014/main" val="2671338711"/>
                  </a:ext>
                </a:extLst>
              </a:tr>
              <a:tr h="370840">
                <a:tc>
                  <a:txBody>
                    <a:bodyPr/>
                    <a:lstStyle/>
                    <a:p>
                      <a:pPr algn="ctr"/>
                      <a:r>
                        <a:rPr lang="en-US" sz="1400" dirty="0">
                          <a:latin typeface="Baskerville" panose="02020502070401020303" pitchFamily="18" charset="0"/>
                          <a:ea typeface="Baskerville" panose="02020502070401020303" pitchFamily="18" charset="0"/>
                        </a:rPr>
                        <a:t>1</a:t>
                      </a:r>
                    </a:p>
                  </a:txBody>
                  <a:tcPr/>
                </a:tc>
                <a:tc>
                  <a:txBody>
                    <a:bodyPr/>
                    <a:lstStyle/>
                    <a:p>
                      <a:pPr algn="ctr"/>
                      <a:r>
                        <a:rPr lang="en-US" sz="1400" dirty="0">
                          <a:latin typeface="Baskerville" panose="02020502070401020303" pitchFamily="18" charset="0"/>
                          <a:ea typeface="Baskerville" panose="02020502070401020303" pitchFamily="18" charset="0"/>
                        </a:rPr>
                        <a:t>Changed the opening radius</a:t>
                      </a:r>
                    </a:p>
                  </a:txBody>
                  <a:tcPr/>
                </a:tc>
                <a:tc>
                  <a:txBody>
                    <a:bodyPr/>
                    <a:lstStyle/>
                    <a:p>
                      <a:pPr algn="ctr"/>
                      <a:r>
                        <a:rPr lang="en-US" sz="1400" dirty="0">
                          <a:latin typeface="Baskerville" panose="02020502070401020303" pitchFamily="18" charset="0"/>
                          <a:ea typeface="Baskerville" panose="02020502070401020303" pitchFamily="18" charset="0"/>
                        </a:rPr>
                        <a:t>0.247</a:t>
                      </a:r>
                    </a:p>
                  </a:txBody>
                  <a:tcPr/>
                </a:tc>
                <a:tc>
                  <a:txBody>
                    <a:bodyPr/>
                    <a:lstStyle/>
                    <a:p>
                      <a:pPr algn="ctr"/>
                      <a:r>
                        <a:rPr lang="en-US" sz="1400" dirty="0">
                          <a:latin typeface="Baskerville" panose="02020502070401020303" pitchFamily="18" charset="0"/>
                          <a:ea typeface="Baskerville" panose="02020502070401020303" pitchFamily="18" charset="0"/>
                        </a:rPr>
                        <a:t>11/16</a:t>
                      </a:r>
                    </a:p>
                  </a:txBody>
                  <a:tcPr/>
                </a:tc>
                <a:extLst>
                  <a:ext uri="{0D108BD9-81ED-4DB2-BD59-A6C34878D82A}">
                    <a16:rowId xmlns:a16="http://schemas.microsoft.com/office/drawing/2014/main" val="1349470762"/>
                  </a:ext>
                </a:extLst>
              </a:tr>
              <a:tr h="370840">
                <a:tc>
                  <a:txBody>
                    <a:bodyPr/>
                    <a:lstStyle/>
                    <a:p>
                      <a:pPr algn="ctr"/>
                      <a:r>
                        <a:rPr lang="en-US" sz="1400" dirty="0">
                          <a:latin typeface="Baskerville" panose="02020502070401020303" pitchFamily="18" charset="0"/>
                          <a:ea typeface="Baskerville" panose="02020502070401020303" pitchFamily="18" charset="0"/>
                        </a:rPr>
                        <a:t>3</a:t>
                      </a:r>
                    </a:p>
                  </a:txBody>
                  <a:tcPr/>
                </a:tc>
                <a:tc>
                  <a:txBody>
                    <a:bodyPr/>
                    <a:lstStyle/>
                    <a:p>
                      <a:pPr algn="ctr"/>
                      <a:r>
                        <a:rPr lang="en-US" sz="1400" dirty="0">
                          <a:latin typeface="Baskerville" panose="02020502070401020303" pitchFamily="18" charset="0"/>
                          <a:ea typeface="Baskerville" panose="02020502070401020303" pitchFamily="18" charset="0"/>
                        </a:rPr>
                        <a:t>Three class Otsu</a:t>
                      </a:r>
                    </a:p>
                  </a:txBody>
                  <a:tcPr/>
                </a:tc>
                <a:tc>
                  <a:txBody>
                    <a:bodyPr/>
                    <a:lstStyle/>
                    <a:p>
                      <a:pPr algn="ctr"/>
                      <a:r>
                        <a:rPr lang="en-US" sz="1400" dirty="0">
                          <a:latin typeface="Baskerville" panose="02020502070401020303" pitchFamily="18" charset="0"/>
                          <a:ea typeface="Baskerville" panose="02020502070401020303" pitchFamily="18" charset="0"/>
                        </a:rPr>
                        <a:t>0.496</a:t>
                      </a:r>
                    </a:p>
                  </a:txBody>
                  <a:tcPr/>
                </a:tc>
                <a:tc>
                  <a:txBody>
                    <a:bodyPr/>
                    <a:lstStyle/>
                    <a:p>
                      <a:pPr algn="ctr"/>
                      <a:r>
                        <a:rPr lang="en-US" sz="1400" dirty="0">
                          <a:latin typeface="Baskerville" panose="02020502070401020303" pitchFamily="18" charset="0"/>
                          <a:ea typeface="Baskerville" panose="02020502070401020303" pitchFamily="18" charset="0"/>
                        </a:rPr>
                        <a:t>4/16</a:t>
                      </a:r>
                    </a:p>
                  </a:txBody>
                  <a:tcPr/>
                </a:tc>
                <a:extLst>
                  <a:ext uri="{0D108BD9-81ED-4DB2-BD59-A6C34878D82A}">
                    <a16:rowId xmlns:a16="http://schemas.microsoft.com/office/drawing/2014/main" val="360070786"/>
                  </a:ext>
                </a:extLst>
              </a:tr>
              <a:tr h="370840">
                <a:tc>
                  <a:txBody>
                    <a:bodyPr/>
                    <a:lstStyle/>
                    <a:p>
                      <a:pPr algn="ctr"/>
                      <a:r>
                        <a:rPr lang="en-US" sz="1400" dirty="0">
                          <a:latin typeface="Baskerville" panose="02020502070401020303" pitchFamily="18" charset="0"/>
                          <a:ea typeface="Baskerville" panose="02020502070401020303" pitchFamily="18" charset="0"/>
                        </a:rPr>
                        <a:t>4</a:t>
                      </a:r>
                    </a:p>
                  </a:txBody>
                  <a:tcPr/>
                </a:tc>
                <a:tc>
                  <a:txBody>
                    <a:bodyPr/>
                    <a:lstStyle/>
                    <a:p>
                      <a:pPr algn="ctr"/>
                      <a:r>
                        <a:rPr lang="en-US" sz="1400" dirty="0">
                          <a:latin typeface="Baskerville" panose="02020502070401020303" pitchFamily="18" charset="0"/>
                          <a:ea typeface="Baskerville" panose="02020502070401020303" pitchFamily="18" charset="0"/>
                        </a:rPr>
                        <a:t>Lung selection on eroded masks</a:t>
                      </a:r>
                    </a:p>
                  </a:txBody>
                  <a:tcPr/>
                </a:tc>
                <a:tc>
                  <a:txBody>
                    <a:bodyPr/>
                    <a:lstStyle/>
                    <a:p>
                      <a:pPr algn="ctr"/>
                      <a:r>
                        <a:rPr lang="en-US" sz="1400" dirty="0">
                          <a:latin typeface="Baskerville" panose="02020502070401020303" pitchFamily="18" charset="0"/>
                          <a:ea typeface="Baskerville" panose="02020502070401020303" pitchFamily="18" charset="0"/>
                        </a:rPr>
                        <a:t>0.746</a:t>
                      </a:r>
                    </a:p>
                  </a:txBody>
                  <a:tcPr/>
                </a:tc>
                <a:tc>
                  <a:txBody>
                    <a:bodyPr/>
                    <a:lstStyle/>
                    <a:p>
                      <a:pPr algn="ctr"/>
                      <a:r>
                        <a:rPr lang="en-US" sz="1400" dirty="0">
                          <a:latin typeface="Baskerville" panose="02020502070401020303" pitchFamily="18" charset="0"/>
                          <a:ea typeface="Baskerville" panose="02020502070401020303" pitchFamily="18" charset="0"/>
                        </a:rPr>
                        <a:t>0</a:t>
                      </a:r>
                    </a:p>
                  </a:txBody>
                  <a:tcPr/>
                </a:tc>
                <a:extLst>
                  <a:ext uri="{0D108BD9-81ED-4DB2-BD59-A6C34878D82A}">
                    <a16:rowId xmlns:a16="http://schemas.microsoft.com/office/drawing/2014/main" val="3087059284"/>
                  </a:ext>
                </a:extLst>
              </a:tr>
              <a:tr h="370840">
                <a:tc>
                  <a:txBody>
                    <a:bodyPr/>
                    <a:lstStyle/>
                    <a:p>
                      <a:pPr algn="ctr"/>
                      <a:r>
                        <a:rPr lang="en-US" sz="1400" dirty="0">
                          <a:latin typeface="Baskerville" panose="02020502070401020303" pitchFamily="18" charset="0"/>
                          <a:ea typeface="Baskerville" panose="02020502070401020303" pitchFamily="18" charset="0"/>
                        </a:rPr>
                        <a:t>5</a:t>
                      </a:r>
                    </a:p>
                  </a:txBody>
                  <a:tcPr/>
                </a:tc>
                <a:tc>
                  <a:txBody>
                    <a:bodyPr/>
                    <a:lstStyle/>
                    <a:p>
                      <a:pPr algn="ctr"/>
                      <a:r>
                        <a:rPr lang="en-US" sz="1400" dirty="0">
                          <a:latin typeface="Baskerville" panose="02020502070401020303" pitchFamily="18" charset="0"/>
                          <a:ea typeface="Baskerville" panose="02020502070401020303" pitchFamily="18" charset="0"/>
                        </a:rPr>
                        <a:t>Local thresholding</a:t>
                      </a:r>
                    </a:p>
                  </a:txBody>
                  <a:tcPr/>
                </a:tc>
                <a:tc>
                  <a:txBody>
                    <a:bodyPr/>
                    <a:lstStyle/>
                    <a:p>
                      <a:pPr algn="ctr"/>
                      <a:r>
                        <a:rPr lang="en-US" sz="1400" dirty="0">
                          <a:latin typeface="Baskerville" panose="02020502070401020303" pitchFamily="18" charset="0"/>
                          <a:ea typeface="Baskerville" panose="02020502070401020303" pitchFamily="18" charset="0"/>
                        </a:rPr>
                        <a:t>0.864</a:t>
                      </a:r>
                    </a:p>
                  </a:txBody>
                  <a:tcPr/>
                </a:tc>
                <a:tc>
                  <a:txBody>
                    <a:bodyPr/>
                    <a:lstStyle/>
                    <a:p>
                      <a:pPr algn="ctr"/>
                      <a:r>
                        <a:rPr lang="en-US" sz="1400" dirty="0">
                          <a:latin typeface="Baskerville" panose="02020502070401020303" pitchFamily="18" charset="0"/>
                          <a:ea typeface="Baskerville" panose="02020502070401020303" pitchFamily="18" charset="0"/>
                        </a:rPr>
                        <a:t>0</a:t>
                      </a:r>
                    </a:p>
                  </a:txBody>
                  <a:tcPr/>
                </a:tc>
                <a:extLst>
                  <a:ext uri="{0D108BD9-81ED-4DB2-BD59-A6C34878D82A}">
                    <a16:rowId xmlns:a16="http://schemas.microsoft.com/office/drawing/2014/main" val="286029838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CEFF9"/>
        </a:solidFill>
        <a:effectLst/>
      </p:bgPr>
    </p:bg>
    <p:spTree>
      <p:nvGrpSpPr>
        <p:cNvPr id="1" name="">
          <a:extLst>
            <a:ext uri="{FF2B5EF4-FFF2-40B4-BE49-F238E27FC236}">
              <a16:creationId xmlns:a16="http://schemas.microsoft.com/office/drawing/2014/main" id="{A8AA7B02-2781-C315-D69D-2D59517497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5417F5-87ED-7375-AB58-1627275FB5FA}"/>
              </a:ext>
            </a:extLst>
          </p:cNvPr>
          <p:cNvSpPr txBox="1"/>
          <p:nvPr/>
        </p:nvSpPr>
        <p:spPr>
          <a:xfrm>
            <a:off x="361903" y="387491"/>
            <a:ext cx="11064240" cy="553998"/>
          </a:xfrm>
          <a:prstGeom prst="rect">
            <a:avLst/>
          </a:prstGeom>
          <a:noFill/>
        </p:spPr>
        <p:txBody>
          <a:bodyPr wrap="square" lIns="0" tIns="0" rIns="0" bIns="0">
            <a:spAutoFit/>
          </a:bodyPr>
          <a:lstStyle/>
          <a:p>
            <a:r>
              <a:rPr lang="en-GB" sz="3600" b="0" i="0" dirty="0">
                <a:solidFill>
                  <a:srgbClr val="17406D"/>
                </a:solidFill>
                <a:latin typeface="Baskerville"/>
              </a:rPr>
              <a:t>Normal vs TB</a:t>
            </a:r>
            <a:endParaRPr sz="3600" b="0" i="0" dirty="0">
              <a:solidFill>
                <a:srgbClr val="17406D"/>
              </a:solidFill>
              <a:latin typeface="Baskerville"/>
            </a:endParaRPr>
          </a:p>
        </p:txBody>
      </p:sp>
      <p:sp>
        <p:nvSpPr>
          <p:cNvPr id="4" name="TextBox 3">
            <a:extLst>
              <a:ext uri="{FF2B5EF4-FFF2-40B4-BE49-F238E27FC236}">
                <a16:creationId xmlns:a16="http://schemas.microsoft.com/office/drawing/2014/main" id="{062F8ACA-C69E-7A59-56F4-82F7476CE34D}"/>
              </a:ext>
            </a:extLst>
          </p:cNvPr>
          <p:cNvSpPr txBox="1"/>
          <p:nvPr/>
        </p:nvSpPr>
        <p:spPr>
          <a:xfrm>
            <a:off x="361903" y="1160722"/>
            <a:ext cx="6510845" cy="913070"/>
          </a:xfrm>
          <a:prstGeom prst="rect">
            <a:avLst/>
          </a:prstGeom>
          <a:noFill/>
        </p:spPr>
        <p:txBody>
          <a:bodyPr wrap="square" lIns="0" tIns="0" rIns="0" bIns="0">
            <a:spAutoFit/>
          </a:bodyPr>
          <a:lstStyle/>
          <a:p>
            <a:pPr>
              <a:spcAft>
                <a:spcPts val="800"/>
              </a:spcAft>
            </a:pPr>
            <a:r>
              <a:rPr lang="en-GB" sz="1600" dirty="0">
                <a:solidFill>
                  <a:schemeClr val="accent1">
                    <a:lumMod val="50000"/>
                  </a:schemeClr>
                </a:solidFill>
                <a:latin typeface="Baskerville"/>
              </a:rPr>
              <a:t>On the full dataset (80 normal / 57 TB), the segmentation achieved:</a:t>
            </a:r>
          </a:p>
          <a:p>
            <a:pPr>
              <a:spcAft>
                <a:spcPts val="800"/>
              </a:spcAft>
            </a:pPr>
            <a:endParaRPr lang="en-GB" sz="1600" i="0" dirty="0">
              <a:solidFill>
                <a:schemeClr val="accent1">
                  <a:lumMod val="50000"/>
                </a:schemeClr>
              </a:solidFill>
              <a:latin typeface="Baskerville"/>
            </a:endParaRPr>
          </a:p>
          <a:p>
            <a:pPr>
              <a:spcAft>
                <a:spcPts val="800"/>
              </a:spcAft>
            </a:pPr>
            <a:endParaRPr lang="en-GB" sz="1400" i="0" dirty="0">
              <a:solidFill>
                <a:schemeClr val="accent1">
                  <a:lumMod val="50000"/>
                </a:schemeClr>
              </a:solidFill>
              <a:latin typeface="Baskerville"/>
            </a:endParaRPr>
          </a:p>
        </p:txBody>
      </p:sp>
      <p:pic>
        <p:nvPicPr>
          <p:cNvPr id="5" name="Picture 4">
            <a:extLst>
              <a:ext uri="{FF2B5EF4-FFF2-40B4-BE49-F238E27FC236}">
                <a16:creationId xmlns:a16="http://schemas.microsoft.com/office/drawing/2014/main" id="{26C0BB02-734C-2B4E-01BC-E42EBA5C9DE7}"/>
              </a:ext>
            </a:extLst>
          </p:cNvPr>
          <p:cNvPicPr>
            <a:picLocks noChangeAspect="1"/>
          </p:cNvPicPr>
          <p:nvPr/>
        </p:nvPicPr>
        <p:blipFill>
          <a:blip r:embed="rId3"/>
          <a:stretch>
            <a:fillRect/>
          </a:stretch>
        </p:blipFill>
        <p:spPr>
          <a:xfrm>
            <a:off x="361902" y="2635279"/>
            <a:ext cx="6510846" cy="3925590"/>
          </a:xfrm>
          <a:prstGeom prst="rect">
            <a:avLst/>
          </a:prstGeom>
        </p:spPr>
      </p:pic>
      <p:graphicFrame>
        <p:nvGraphicFramePr>
          <p:cNvPr id="7" name="Table 6">
            <a:extLst>
              <a:ext uri="{FF2B5EF4-FFF2-40B4-BE49-F238E27FC236}">
                <a16:creationId xmlns:a16="http://schemas.microsoft.com/office/drawing/2014/main" id="{599BEE48-F550-00DE-21BE-32F664CE9F53}"/>
              </a:ext>
            </a:extLst>
          </p:cNvPr>
          <p:cNvGraphicFramePr>
            <a:graphicFrameLocks noGrp="1"/>
          </p:cNvGraphicFramePr>
          <p:nvPr>
            <p:extLst>
              <p:ext uri="{D42A27DB-BD31-4B8C-83A1-F6EECF244321}">
                <p14:modId xmlns:p14="http://schemas.microsoft.com/office/powerpoint/2010/main" val="2675139279"/>
              </p:ext>
            </p:extLst>
          </p:nvPr>
        </p:nvGraphicFramePr>
        <p:xfrm>
          <a:off x="401706" y="1543430"/>
          <a:ext cx="6471042" cy="955998"/>
        </p:xfrm>
        <a:graphic>
          <a:graphicData uri="http://schemas.openxmlformats.org/drawingml/2006/table">
            <a:tbl>
              <a:tblPr firstRow="1" bandRow="1">
                <a:tableStyleId>{616DA210-FB5B-4158-B5E0-FEB733F419BA}</a:tableStyleId>
              </a:tblPr>
              <a:tblGrid>
                <a:gridCol w="2157014">
                  <a:extLst>
                    <a:ext uri="{9D8B030D-6E8A-4147-A177-3AD203B41FA5}">
                      <a16:colId xmlns:a16="http://schemas.microsoft.com/office/drawing/2014/main" val="3585748439"/>
                    </a:ext>
                  </a:extLst>
                </a:gridCol>
                <a:gridCol w="2157014">
                  <a:extLst>
                    <a:ext uri="{9D8B030D-6E8A-4147-A177-3AD203B41FA5}">
                      <a16:colId xmlns:a16="http://schemas.microsoft.com/office/drawing/2014/main" val="2816572722"/>
                    </a:ext>
                  </a:extLst>
                </a:gridCol>
                <a:gridCol w="2157014">
                  <a:extLst>
                    <a:ext uri="{9D8B030D-6E8A-4147-A177-3AD203B41FA5}">
                      <a16:colId xmlns:a16="http://schemas.microsoft.com/office/drawing/2014/main" val="1700376308"/>
                    </a:ext>
                  </a:extLst>
                </a:gridCol>
              </a:tblGrid>
              <a:tr h="318666">
                <a:tc>
                  <a:txBody>
                    <a:bodyPr/>
                    <a:lstStyle/>
                    <a:p>
                      <a:pPr algn="ctr"/>
                      <a:endParaRPr lang="en-US" sz="1400" dirty="0">
                        <a:latin typeface="Baskerville" panose="02020502070401020303" pitchFamily="18" charset="0"/>
                        <a:ea typeface="Baskerville" panose="02020502070401020303" pitchFamily="18" charset="0"/>
                      </a:endParaRPr>
                    </a:p>
                  </a:txBody>
                  <a:tcPr/>
                </a:tc>
                <a:tc>
                  <a:txBody>
                    <a:bodyPr/>
                    <a:lstStyle/>
                    <a:p>
                      <a:pPr algn="ctr"/>
                      <a:r>
                        <a:rPr lang="en-US" sz="1400" dirty="0">
                          <a:latin typeface="Baskerville" panose="02020502070401020303" pitchFamily="18" charset="0"/>
                          <a:ea typeface="Baskerville" panose="02020502070401020303" pitchFamily="18" charset="0"/>
                        </a:rPr>
                        <a:t>Mean Dice</a:t>
                      </a:r>
                    </a:p>
                  </a:txBody>
                  <a:tcPr/>
                </a:tc>
                <a:tc>
                  <a:txBody>
                    <a:bodyPr/>
                    <a:lstStyle/>
                    <a:p>
                      <a:pPr algn="ctr"/>
                      <a:r>
                        <a:rPr lang="en-US" sz="1400" dirty="0">
                          <a:latin typeface="Baskerville" panose="02020502070401020303" pitchFamily="18" charset="0"/>
                          <a:ea typeface="Baskerville" panose="02020502070401020303" pitchFamily="18" charset="0"/>
                        </a:rPr>
                        <a:t>Median Dice</a:t>
                      </a:r>
                    </a:p>
                  </a:txBody>
                  <a:tcPr/>
                </a:tc>
                <a:extLst>
                  <a:ext uri="{0D108BD9-81ED-4DB2-BD59-A6C34878D82A}">
                    <a16:rowId xmlns:a16="http://schemas.microsoft.com/office/drawing/2014/main" val="4225256227"/>
                  </a:ext>
                </a:extLst>
              </a:tr>
              <a:tr h="318666">
                <a:tc>
                  <a:txBody>
                    <a:bodyPr/>
                    <a:lstStyle/>
                    <a:p>
                      <a:pPr algn="ctr"/>
                      <a:r>
                        <a:rPr lang="en-US" sz="1400" dirty="0">
                          <a:latin typeface="Baskerville" panose="02020502070401020303" pitchFamily="18" charset="0"/>
                          <a:ea typeface="Baskerville" panose="02020502070401020303" pitchFamily="18" charset="0"/>
                        </a:rPr>
                        <a:t>Normal</a:t>
                      </a:r>
                    </a:p>
                  </a:txBody>
                  <a:tcPr/>
                </a:tc>
                <a:tc>
                  <a:txBody>
                    <a:bodyPr/>
                    <a:lstStyle/>
                    <a:p>
                      <a:pPr algn="ctr"/>
                      <a:r>
                        <a:rPr lang="en-US" sz="1400" dirty="0">
                          <a:latin typeface="Baskerville" panose="02020502070401020303" pitchFamily="18" charset="0"/>
                          <a:ea typeface="Baskerville" panose="02020502070401020303" pitchFamily="18" charset="0"/>
                        </a:rPr>
                        <a:t>0.849</a:t>
                      </a:r>
                    </a:p>
                  </a:txBody>
                  <a:tcPr/>
                </a:tc>
                <a:tc>
                  <a:txBody>
                    <a:bodyPr/>
                    <a:lstStyle/>
                    <a:p>
                      <a:pPr algn="ctr"/>
                      <a:r>
                        <a:rPr lang="en-US" sz="1400" dirty="0">
                          <a:latin typeface="Baskerville" panose="02020502070401020303" pitchFamily="18" charset="0"/>
                          <a:ea typeface="Baskerville" panose="02020502070401020303" pitchFamily="18" charset="0"/>
                        </a:rPr>
                        <a:t>0.868</a:t>
                      </a:r>
                    </a:p>
                  </a:txBody>
                  <a:tcPr/>
                </a:tc>
                <a:extLst>
                  <a:ext uri="{0D108BD9-81ED-4DB2-BD59-A6C34878D82A}">
                    <a16:rowId xmlns:a16="http://schemas.microsoft.com/office/drawing/2014/main" val="3380114205"/>
                  </a:ext>
                </a:extLst>
              </a:tr>
              <a:tr h="318666">
                <a:tc>
                  <a:txBody>
                    <a:bodyPr/>
                    <a:lstStyle/>
                    <a:p>
                      <a:pPr algn="ctr"/>
                      <a:r>
                        <a:rPr lang="en-US" sz="1400" dirty="0">
                          <a:latin typeface="Baskerville" panose="02020502070401020303" pitchFamily="18" charset="0"/>
                          <a:ea typeface="Baskerville" panose="02020502070401020303" pitchFamily="18" charset="0"/>
                        </a:rPr>
                        <a:t>TB</a:t>
                      </a:r>
                    </a:p>
                  </a:txBody>
                  <a:tcPr/>
                </a:tc>
                <a:tc>
                  <a:txBody>
                    <a:bodyPr/>
                    <a:lstStyle/>
                    <a:p>
                      <a:pPr algn="ctr"/>
                      <a:r>
                        <a:rPr lang="en-US" sz="1400" dirty="0">
                          <a:latin typeface="Baskerville" panose="02020502070401020303" pitchFamily="18" charset="0"/>
                          <a:ea typeface="Baskerville" panose="02020502070401020303" pitchFamily="18" charset="0"/>
                        </a:rPr>
                        <a:t>0.825</a:t>
                      </a:r>
                    </a:p>
                  </a:txBody>
                  <a:tcPr/>
                </a:tc>
                <a:tc>
                  <a:txBody>
                    <a:bodyPr/>
                    <a:lstStyle/>
                    <a:p>
                      <a:pPr algn="ctr"/>
                      <a:r>
                        <a:rPr lang="en-US" sz="1400" dirty="0">
                          <a:latin typeface="Baskerville" panose="02020502070401020303" pitchFamily="18" charset="0"/>
                          <a:ea typeface="Baskerville" panose="02020502070401020303" pitchFamily="18" charset="0"/>
                        </a:rPr>
                        <a:t>0.848</a:t>
                      </a:r>
                    </a:p>
                  </a:txBody>
                  <a:tcPr/>
                </a:tc>
                <a:extLst>
                  <a:ext uri="{0D108BD9-81ED-4DB2-BD59-A6C34878D82A}">
                    <a16:rowId xmlns:a16="http://schemas.microsoft.com/office/drawing/2014/main" val="1882999288"/>
                  </a:ext>
                </a:extLst>
              </a:tr>
            </a:tbl>
          </a:graphicData>
        </a:graphic>
      </p:graphicFrame>
      <p:sp>
        <p:nvSpPr>
          <p:cNvPr id="9" name="TextBox 8">
            <a:extLst>
              <a:ext uri="{FF2B5EF4-FFF2-40B4-BE49-F238E27FC236}">
                <a16:creationId xmlns:a16="http://schemas.microsoft.com/office/drawing/2014/main" id="{2243E4DD-20A0-5CEF-C265-5DF1908CF351}"/>
              </a:ext>
            </a:extLst>
          </p:cNvPr>
          <p:cNvSpPr txBox="1"/>
          <p:nvPr/>
        </p:nvSpPr>
        <p:spPr>
          <a:xfrm>
            <a:off x="7452377" y="1617257"/>
            <a:ext cx="3692541" cy="2113399"/>
          </a:xfrm>
          <a:prstGeom prst="rect">
            <a:avLst/>
          </a:prstGeom>
          <a:noFill/>
        </p:spPr>
        <p:txBody>
          <a:bodyPr wrap="square" lIns="0" tIns="0" rIns="0" bIns="0">
            <a:spAutoFit/>
          </a:bodyPr>
          <a:lstStyle/>
          <a:p>
            <a:pPr>
              <a:spcAft>
                <a:spcPts val="800"/>
              </a:spcAft>
            </a:pPr>
            <a:r>
              <a:rPr lang="en-GB" sz="1600" dirty="0">
                <a:solidFill>
                  <a:schemeClr val="accent1">
                    <a:lumMod val="50000"/>
                  </a:schemeClr>
                </a:solidFill>
                <a:latin typeface="Baskerville"/>
              </a:rPr>
              <a:t>Classification was poor, as GLCM texture features were weak, with only the energy differing before correction. The upper minus lower brightness was the strongest feature, as TB raised the brightness of the upper lungs, and the final score was:</a:t>
            </a:r>
          </a:p>
          <a:p>
            <a:pPr>
              <a:spcAft>
                <a:spcPts val="800"/>
              </a:spcAft>
            </a:pPr>
            <a:endParaRPr lang="en-GB" sz="1400" i="0" dirty="0">
              <a:solidFill>
                <a:schemeClr val="accent1">
                  <a:lumMod val="50000"/>
                </a:schemeClr>
              </a:solidFill>
              <a:latin typeface="Baskerville"/>
            </a:endParaRPr>
          </a:p>
          <a:p>
            <a:pPr>
              <a:spcAft>
                <a:spcPts val="800"/>
              </a:spcAft>
            </a:pPr>
            <a:endParaRPr lang="en-GB" sz="1400" i="0" dirty="0">
              <a:solidFill>
                <a:schemeClr val="accent1">
                  <a:lumMod val="50000"/>
                </a:schemeClr>
              </a:solidFill>
              <a:latin typeface="Baskerville"/>
            </a:endParaRPr>
          </a:p>
        </p:txBody>
      </p:sp>
      <p:graphicFrame>
        <p:nvGraphicFramePr>
          <p:cNvPr id="11" name="Table 10">
            <a:extLst>
              <a:ext uri="{FF2B5EF4-FFF2-40B4-BE49-F238E27FC236}">
                <a16:creationId xmlns:a16="http://schemas.microsoft.com/office/drawing/2014/main" id="{8CC12E2B-3918-8684-C52E-E19C2FEFF709}"/>
              </a:ext>
            </a:extLst>
          </p:cNvPr>
          <p:cNvGraphicFramePr>
            <a:graphicFrameLocks noGrp="1"/>
          </p:cNvGraphicFramePr>
          <p:nvPr>
            <p:extLst>
              <p:ext uri="{D42A27DB-BD31-4B8C-83A1-F6EECF244321}">
                <p14:modId xmlns:p14="http://schemas.microsoft.com/office/powerpoint/2010/main" val="2224282487"/>
              </p:ext>
            </p:extLst>
          </p:nvPr>
        </p:nvGraphicFramePr>
        <p:xfrm>
          <a:off x="7452377" y="3536219"/>
          <a:ext cx="3772146" cy="2194560"/>
        </p:xfrm>
        <a:graphic>
          <a:graphicData uri="http://schemas.openxmlformats.org/drawingml/2006/table">
            <a:tbl>
              <a:tblPr firstRow="1" bandRow="1">
                <a:tableStyleId>{616DA210-FB5B-4158-B5E0-FEB733F419BA}</a:tableStyleId>
              </a:tblPr>
              <a:tblGrid>
                <a:gridCol w="1257382">
                  <a:extLst>
                    <a:ext uri="{9D8B030D-6E8A-4147-A177-3AD203B41FA5}">
                      <a16:colId xmlns:a16="http://schemas.microsoft.com/office/drawing/2014/main" val="3585748439"/>
                    </a:ext>
                  </a:extLst>
                </a:gridCol>
                <a:gridCol w="1257382">
                  <a:extLst>
                    <a:ext uri="{9D8B030D-6E8A-4147-A177-3AD203B41FA5}">
                      <a16:colId xmlns:a16="http://schemas.microsoft.com/office/drawing/2014/main" val="2816572722"/>
                    </a:ext>
                  </a:extLst>
                </a:gridCol>
                <a:gridCol w="1257382">
                  <a:extLst>
                    <a:ext uri="{9D8B030D-6E8A-4147-A177-3AD203B41FA5}">
                      <a16:colId xmlns:a16="http://schemas.microsoft.com/office/drawing/2014/main" val="1700376308"/>
                    </a:ext>
                  </a:extLst>
                </a:gridCol>
              </a:tblGrid>
              <a:tr h="731520">
                <a:tc>
                  <a:txBody>
                    <a:bodyPr/>
                    <a:lstStyle/>
                    <a:p>
                      <a:pPr algn="ctr"/>
                      <a:r>
                        <a:rPr lang="en-US" sz="1400" dirty="0">
                          <a:latin typeface="Baskerville" panose="02020502070401020303" pitchFamily="18" charset="0"/>
                          <a:ea typeface="Baskerville" panose="02020502070401020303" pitchFamily="18" charset="0"/>
                        </a:rPr>
                        <a:t>Classifier</a:t>
                      </a:r>
                    </a:p>
                  </a:txBody>
                  <a:tcPr anchor="ctr"/>
                </a:tc>
                <a:tc>
                  <a:txBody>
                    <a:bodyPr/>
                    <a:lstStyle/>
                    <a:p>
                      <a:pPr algn="ctr"/>
                      <a:r>
                        <a:rPr lang="en-US" sz="1400" dirty="0">
                          <a:latin typeface="Baskerville" panose="02020502070401020303" pitchFamily="18" charset="0"/>
                          <a:ea typeface="Baskerville" panose="02020502070401020303" pitchFamily="18" charset="0"/>
                        </a:rPr>
                        <a:t>TB found</a:t>
                      </a:r>
                    </a:p>
                  </a:txBody>
                  <a:tcPr anchor="ctr"/>
                </a:tc>
                <a:tc>
                  <a:txBody>
                    <a:bodyPr/>
                    <a:lstStyle/>
                    <a:p>
                      <a:pPr algn="ctr"/>
                      <a:r>
                        <a:rPr lang="en-US" sz="1400" dirty="0">
                          <a:latin typeface="Baskerville" panose="02020502070401020303" pitchFamily="18" charset="0"/>
                          <a:ea typeface="Baskerville" panose="02020502070401020303" pitchFamily="18" charset="0"/>
                        </a:rPr>
                        <a:t>ROC AUC</a:t>
                      </a:r>
                    </a:p>
                  </a:txBody>
                  <a:tcPr anchor="ctr"/>
                </a:tc>
                <a:extLst>
                  <a:ext uri="{0D108BD9-81ED-4DB2-BD59-A6C34878D82A}">
                    <a16:rowId xmlns:a16="http://schemas.microsoft.com/office/drawing/2014/main" val="4225256227"/>
                  </a:ext>
                </a:extLst>
              </a:tr>
              <a:tr h="731520">
                <a:tc>
                  <a:txBody>
                    <a:bodyPr/>
                    <a:lstStyle/>
                    <a:p>
                      <a:pPr algn="ctr"/>
                      <a:r>
                        <a:rPr lang="en-US" sz="1400" dirty="0">
                          <a:latin typeface="Baskerville" panose="02020502070401020303" pitchFamily="18" charset="0"/>
                          <a:ea typeface="Baskerville" panose="02020502070401020303" pitchFamily="18" charset="0"/>
                        </a:rPr>
                        <a:t>GLCM only</a:t>
                      </a:r>
                    </a:p>
                  </a:txBody>
                  <a:tcPr anchor="ctr"/>
                </a:tc>
                <a:tc>
                  <a:txBody>
                    <a:bodyPr/>
                    <a:lstStyle/>
                    <a:p>
                      <a:pPr algn="ctr"/>
                      <a:r>
                        <a:rPr lang="en-US" sz="1400" dirty="0">
                          <a:latin typeface="Baskerville" panose="02020502070401020303" pitchFamily="18" charset="0"/>
                          <a:ea typeface="Baskerville" panose="02020502070401020303" pitchFamily="18" charset="0"/>
                        </a:rPr>
                        <a:t>5/17</a:t>
                      </a:r>
                    </a:p>
                  </a:txBody>
                  <a:tcPr anchor="ctr"/>
                </a:tc>
                <a:tc>
                  <a:txBody>
                    <a:bodyPr/>
                    <a:lstStyle/>
                    <a:p>
                      <a:pPr algn="ctr"/>
                      <a:r>
                        <a:rPr lang="en-US" sz="1400" dirty="0">
                          <a:latin typeface="Baskerville" panose="02020502070401020303" pitchFamily="18" charset="0"/>
                          <a:ea typeface="Baskerville" panose="02020502070401020303" pitchFamily="18" charset="0"/>
                        </a:rPr>
                        <a:t>0.666</a:t>
                      </a:r>
                    </a:p>
                  </a:txBody>
                  <a:tcPr anchor="ctr"/>
                </a:tc>
                <a:extLst>
                  <a:ext uri="{0D108BD9-81ED-4DB2-BD59-A6C34878D82A}">
                    <a16:rowId xmlns:a16="http://schemas.microsoft.com/office/drawing/2014/main" val="3380114205"/>
                  </a:ext>
                </a:extLst>
              </a:tr>
              <a:tr h="731520">
                <a:tc>
                  <a:txBody>
                    <a:bodyPr/>
                    <a:lstStyle/>
                    <a:p>
                      <a:pPr algn="ctr"/>
                      <a:r>
                        <a:rPr lang="en-US" sz="1400" dirty="0">
                          <a:latin typeface="Baskerville" panose="02020502070401020303" pitchFamily="18" charset="0"/>
                          <a:ea typeface="Baskerville" panose="02020502070401020303" pitchFamily="18" charset="0"/>
                        </a:rPr>
                        <a:t>Balanced weights and brightness</a:t>
                      </a:r>
                    </a:p>
                  </a:txBody>
                  <a:tcPr anchor="ctr"/>
                </a:tc>
                <a:tc>
                  <a:txBody>
                    <a:bodyPr/>
                    <a:lstStyle/>
                    <a:p>
                      <a:pPr algn="ctr"/>
                      <a:r>
                        <a:rPr lang="en-US" sz="1400" dirty="0">
                          <a:latin typeface="Baskerville" panose="02020502070401020303" pitchFamily="18" charset="0"/>
                          <a:ea typeface="Baskerville" panose="02020502070401020303" pitchFamily="18" charset="0"/>
                        </a:rPr>
                        <a:t>10/17</a:t>
                      </a:r>
                    </a:p>
                  </a:txBody>
                  <a:tcPr anchor="ctr"/>
                </a:tc>
                <a:tc>
                  <a:txBody>
                    <a:bodyPr/>
                    <a:lstStyle/>
                    <a:p>
                      <a:pPr algn="ctr"/>
                      <a:r>
                        <a:rPr lang="en-US" sz="1400" dirty="0">
                          <a:latin typeface="Baskerville" panose="02020502070401020303" pitchFamily="18" charset="0"/>
                          <a:ea typeface="Baskerville" panose="02020502070401020303" pitchFamily="18" charset="0"/>
                        </a:rPr>
                        <a:t>0.788</a:t>
                      </a:r>
                    </a:p>
                  </a:txBody>
                  <a:tcPr anchor="ctr"/>
                </a:tc>
                <a:extLst>
                  <a:ext uri="{0D108BD9-81ED-4DB2-BD59-A6C34878D82A}">
                    <a16:rowId xmlns:a16="http://schemas.microsoft.com/office/drawing/2014/main" val="1251152729"/>
                  </a:ext>
                </a:extLst>
              </a:tr>
            </a:tbl>
          </a:graphicData>
        </a:graphic>
      </p:graphicFrame>
    </p:spTree>
    <p:extLst>
      <p:ext uri="{BB962C8B-B14F-4D97-AF65-F5344CB8AC3E}">
        <p14:creationId xmlns:p14="http://schemas.microsoft.com/office/powerpoint/2010/main" val="3125125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CEFF9"/>
        </a:solidFill>
        <a:effectLst/>
      </p:bgPr>
    </p:bg>
    <p:spTree>
      <p:nvGrpSpPr>
        <p:cNvPr id="1" name="">
          <a:extLst>
            <a:ext uri="{FF2B5EF4-FFF2-40B4-BE49-F238E27FC236}">
              <a16:creationId xmlns:a16="http://schemas.microsoft.com/office/drawing/2014/main" id="{899C9A4B-7797-946D-7A7D-3C0DBB56DF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9F39A1-4506-6D12-70E2-CAFB20DC6D5C}"/>
              </a:ext>
            </a:extLst>
          </p:cNvPr>
          <p:cNvSpPr txBox="1"/>
          <p:nvPr/>
        </p:nvSpPr>
        <p:spPr>
          <a:xfrm>
            <a:off x="361903" y="387491"/>
            <a:ext cx="11064240" cy="492443"/>
          </a:xfrm>
          <a:prstGeom prst="rect">
            <a:avLst/>
          </a:prstGeom>
          <a:noFill/>
        </p:spPr>
        <p:txBody>
          <a:bodyPr wrap="square" lIns="0" tIns="0" rIns="0" bIns="0">
            <a:spAutoFit/>
          </a:bodyPr>
          <a:lstStyle/>
          <a:p>
            <a:r>
              <a:rPr lang="en-GB" sz="3200" b="0" i="0" dirty="0">
                <a:solidFill>
                  <a:srgbClr val="17406D"/>
                </a:solidFill>
                <a:latin typeface="Baskerville"/>
              </a:rPr>
              <a:t>Failures</a:t>
            </a:r>
            <a:endParaRPr sz="3200" b="0" i="0" dirty="0">
              <a:solidFill>
                <a:srgbClr val="17406D"/>
              </a:solidFill>
              <a:latin typeface="Baskerville"/>
            </a:endParaRPr>
          </a:p>
        </p:txBody>
      </p:sp>
      <p:sp>
        <p:nvSpPr>
          <p:cNvPr id="4" name="TextBox 3">
            <a:extLst>
              <a:ext uri="{FF2B5EF4-FFF2-40B4-BE49-F238E27FC236}">
                <a16:creationId xmlns:a16="http://schemas.microsoft.com/office/drawing/2014/main" id="{79633D45-3C7C-E2A1-66F8-92352783563B}"/>
              </a:ext>
            </a:extLst>
          </p:cNvPr>
          <p:cNvSpPr txBox="1"/>
          <p:nvPr/>
        </p:nvSpPr>
        <p:spPr>
          <a:xfrm>
            <a:off x="361904" y="1160722"/>
            <a:ext cx="3633154" cy="3611245"/>
          </a:xfrm>
          <a:prstGeom prst="rect">
            <a:avLst/>
          </a:prstGeom>
          <a:noFill/>
        </p:spPr>
        <p:txBody>
          <a:bodyPr wrap="square" lIns="0" tIns="0" rIns="0" bIns="0">
            <a:spAutoFit/>
          </a:bodyPr>
          <a:lstStyle/>
          <a:p>
            <a:pPr>
              <a:spcAft>
                <a:spcPts val="800"/>
              </a:spcAft>
            </a:pPr>
            <a:r>
              <a:rPr lang="en-GB" sz="1600" dirty="0">
                <a:solidFill>
                  <a:schemeClr val="accent1">
                    <a:lumMod val="50000"/>
                  </a:schemeClr>
                </a:solidFill>
                <a:latin typeface="Baskerville"/>
              </a:rPr>
              <a:t>There were three main types of failures:</a:t>
            </a:r>
          </a:p>
          <a:p>
            <a:pPr>
              <a:spcAft>
                <a:spcPts val="800"/>
              </a:spcAft>
            </a:pPr>
            <a:endParaRPr lang="en-GB" sz="1600" i="0" dirty="0">
              <a:solidFill>
                <a:schemeClr val="accent1">
                  <a:lumMod val="50000"/>
                </a:schemeClr>
              </a:solidFill>
              <a:latin typeface="Baskerville"/>
            </a:endParaRPr>
          </a:p>
          <a:p>
            <a:pPr marL="342900" indent="-342900">
              <a:spcAft>
                <a:spcPts val="800"/>
              </a:spcAft>
              <a:buFont typeface="+mj-lt"/>
              <a:buAutoNum type="arabicPeriod"/>
            </a:pPr>
            <a:r>
              <a:rPr lang="en-GB" sz="1600" dirty="0">
                <a:solidFill>
                  <a:schemeClr val="accent1">
                    <a:lumMod val="50000"/>
                  </a:schemeClr>
                </a:solidFill>
                <a:latin typeface="Baskerville"/>
              </a:rPr>
              <a:t>Framed black regions inside of a white frame were bigger than the lungs are were kept instead, but this was eliminated by ignoring pixels below 0.05. </a:t>
            </a:r>
          </a:p>
          <a:p>
            <a:pPr marL="342900" indent="-342900">
              <a:spcAft>
                <a:spcPts val="800"/>
              </a:spcAft>
              <a:buFont typeface="+mj-lt"/>
              <a:buAutoNum type="arabicPeriod"/>
            </a:pPr>
            <a:r>
              <a:rPr lang="en-GB" sz="1600" i="0" dirty="0">
                <a:solidFill>
                  <a:schemeClr val="accent1">
                    <a:lumMod val="50000"/>
                  </a:schemeClr>
                </a:solidFill>
                <a:latin typeface="Baskerville"/>
              </a:rPr>
              <a:t>Lungs touching the image ed</a:t>
            </a:r>
            <a:r>
              <a:rPr lang="en-GB" sz="1600" dirty="0">
                <a:solidFill>
                  <a:schemeClr val="accent1">
                    <a:lumMod val="50000"/>
                  </a:schemeClr>
                </a:solidFill>
                <a:latin typeface="Baskerville"/>
              </a:rPr>
              <a:t>ge were removed during border clearing. </a:t>
            </a:r>
          </a:p>
          <a:p>
            <a:pPr marL="342900" indent="-342900">
              <a:spcAft>
                <a:spcPts val="800"/>
              </a:spcAft>
              <a:buFont typeface="+mj-lt"/>
              <a:buAutoNum type="arabicPeriod"/>
            </a:pPr>
            <a:r>
              <a:rPr lang="en-GB" sz="1600" i="0" dirty="0">
                <a:solidFill>
                  <a:schemeClr val="accent1">
                    <a:lumMod val="50000"/>
                  </a:schemeClr>
                </a:solidFill>
                <a:latin typeface="Baskerville"/>
              </a:rPr>
              <a:t>TB making the lungs brighter meant the </a:t>
            </a:r>
            <a:r>
              <a:rPr lang="en-GB" sz="1600" dirty="0">
                <a:solidFill>
                  <a:schemeClr val="accent1">
                    <a:lumMod val="50000"/>
                  </a:schemeClr>
                </a:solidFill>
                <a:latin typeface="Baskerville"/>
              </a:rPr>
              <a:t>segmentation struggled to capture the entire area when compared to the ground truth. </a:t>
            </a:r>
            <a:endParaRPr lang="en-GB" sz="1600" i="0" dirty="0">
              <a:solidFill>
                <a:schemeClr val="accent1">
                  <a:lumMod val="50000"/>
                </a:schemeClr>
              </a:solidFill>
              <a:latin typeface="Baskerville"/>
            </a:endParaRPr>
          </a:p>
        </p:txBody>
      </p:sp>
      <p:pic>
        <p:nvPicPr>
          <p:cNvPr id="5" name="Picture 4">
            <a:extLst>
              <a:ext uri="{FF2B5EF4-FFF2-40B4-BE49-F238E27FC236}">
                <a16:creationId xmlns:a16="http://schemas.microsoft.com/office/drawing/2014/main" id="{5758B16F-3355-3A03-FCDF-0050B6009D14}"/>
              </a:ext>
            </a:extLst>
          </p:cNvPr>
          <p:cNvPicPr>
            <a:picLocks noChangeAspect="1"/>
          </p:cNvPicPr>
          <p:nvPr/>
        </p:nvPicPr>
        <p:blipFill>
          <a:blip r:embed="rId3"/>
          <a:stretch>
            <a:fillRect/>
          </a:stretch>
        </p:blipFill>
        <p:spPr>
          <a:xfrm>
            <a:off x="4455369" y="879934"/>
            <a:ext cx="7374727" cy="5207127"/>
          </a:xfrm>
          <a:prstGeom prst="rect">
            <a:avLst/>
          </a:prstGeom>
        </p:spPr>
      </p:pic>
    </p:spTree>
    <p:extLst>
      <p:ext uri="{BB962C8B-B14F-4D97-AF65-F5344CB8AC3E}">
        <p14:creationId xmlns:p14="http://schemas.microsoft.com/office/powerpoint/2010/main" val="3081024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3197</TotalTime>
  <Words>663</Words>
  <Application>Microsoft Macintosh PowerPoint</Application>
  <PresentationFormat>Widescreen</PresentationFormat>
  <Paragraphs>86</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Baskerville</vt:lpstr>
      <vt:lpstr>Calibri</vt:lpstr>
      <vt:lpstr>Wingdings</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Emilia Zabrzanska</cp:lastModifiedBy>
  <cp:revision>3</cp:revision>
  <dcterms:created xsi:type="dcterms:W3CDTF">2013-01-27T09:14:16Z</dcterms:created>
  <dcterms:modified xsi:type="dcterms:W3CDTF">2026-10-23T14:47:15Z</dcterms:modified>
  <cp:category/>
</cp:coreProperties>
</file>